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  <p:sldMasterId id="2147483768" r:id="rId2"/>
    <p:sldMasterId id="2147483786" r:id="rId3"/>
  </p:sldMasterIdLst>
  <p:sldIdLst>
    <p:sldId id="259" r:id="rId4"/>
    <p:sldId id="265" r:id="rId5"/>
    <p:sldId id="266" r:id="rId6"/>
    <p:sldId id="262" r:id="rId7"/>
    <p:sldId id="263" r:id="rId8"/>
    <p:sldId id="264" r:id="rId9"/>
    <p:sldId id="260" r:id="rId10"/>
    <p:sldId id="258" r:id="rId11"/>
    <p:sldId id="261" r:id="rId12"/>
    <p:sldId id="256" r:id="rId13"/>
    <p:sldId id="257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9F3810-D623-404D-87BE-C0900B5644DE}" v="151" dt="2022-06-21T17:26:24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518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775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86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231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230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031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024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414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245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65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3201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6630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0888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6076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89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892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471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9685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3060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114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3266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1873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217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1336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05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0691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9117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3014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887291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1717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6601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53861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0464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4851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C97F81-8233-91EE-3EDD-0494BC419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75D6699-D054-8C36-7599-0BFE7A6DCE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6892514-86DD-83A0-6189-C7FE1CC4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70C6B3-BCC7-85A2-FAC2-BE22DEC08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8D900B-7051-E4EE-B2D3-62B34EA52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3660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157A89-D940-B9C8-A2E5-76B9CA185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1A5C65-798E-9CC3-188B-80DC5EA06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9B6C1B-41E0-3069-C478-58196EB0C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D2CA59-F19A-42F5-5E62-A807B1F28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5CC64E3-54D7-9EF5-4F07-BF1BAFB46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98045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A2FAD7-20A1-827E-0F1C-C3EDE91D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CB367B-FF48-D555-17F8-1035EC89A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F979B5-27BA-B9EB-CBB0-24931F1E8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CE7704-D4A6-DFCE-CB6E-41D74B672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A08EC6F-7C58-3E01-006E-79E1FC74D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441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B0029C-BC3E-DF7B-F1EC-F6910E447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8B0BD7-32D4-4160-D58F-A311DF9F2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C95E247-6083-E6DF-ED8B-BC6A95193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AD4C50-08D7-255D-E97E-247AEA928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5FBEF15-E601-F1ED-1894-B8B96FCB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64B168-BCED-9B11-3A35-164DA9D7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94368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97F111-4E43-D4BF-5450-F1F10363A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CE225A-074A-5F30-947A-F398110BE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93F6E10-8331-712A-FDCA-8354408B7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3F46970-DA24-0597-2D7D-07EB211B6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BC20A2D-AD4C-F0DB-797F-EA1A2328D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15EF128-9837-938D-E326-0DA44D06D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8851831-34EA-1AF7-657B-4CF403620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98FC1F-59BB-07E2-B166-EE300992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5472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C88723-1FDF-EAFD-C1F5-0D226A800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99E974F-1A1D-05D2-86A2-F2E0D140C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352777-AA48-1C72-B5E0-BE732051C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7A75FB-FB34-9E1F-A96B-604C4D2E0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2381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13A2E41-C844-BE08-C928-CB67871C8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57480F0-E2D6-F555-124C-80AD87F33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5559EE0-6681-BCCB-205D-91F5B5A86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8957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D00A87-A34B-87EF-342F-7815CDCCB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F4CC53-E805-7163-D318-1A828288D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E8701BC-5472-CCC6-2A53-810384001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99951B-CD07-5C35-EEA9-039B7A58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7766DA-FF48-337A-2393-49319F423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6949EE1-36E5-B58C-4BAA-7CEA008E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3527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4676C4-C1E8-1ACF-57EE-5D7DCE1EA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D99C77D-F3CF-F4A4-B6F2-D51DB9588A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6904BFF-DFA1-75D5-B544-AC96F24BB5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610A28B-0671-004D-40ED-CFB93F6BF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9A33ED5-57C0-784E-C0D0-EE3548072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20942B-CEFB-06DC-42FF-252B22F2C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66136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C0DBA8-DF28-E3D1-C9E7-C6861386F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49626B3-8AA5-0408-75E9-E674063B9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E1D1C9-F319-E4D0-82C3-ED94A93B4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062AF4-371E-B17B-69A1-CB54FF456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CF763D-8B0C-A8E8-14C3-D2B25563A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82688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A8E71B1-2CE5-AEA9-62C7-CE26A5B5E9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8534C39-5B35-9A96-7EF9-609DF1892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D9CB85D-D27C-A0D3-0315-108ECE96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6EACCC-238B-4240-92EE-EFB02D3A0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294F96-040E-50F1-616A-7C8C840B0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86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Relationship Id="rId22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221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6/22/2022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462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353CCDF-273C-F9B9-89D3-505D6A1E2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BB8F46-83E6-AD0D-5F99-5DC83DEC4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2171DF-172D-AE02-657E-1BD9959D3C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6/22/2022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76CFEE-14A1-70AB-5A4E-D44A13C062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960D524-DD5E-AADE-219E-53B7B7EA2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09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69ADAB-D7B3-1AF3-8F0C-981F37D64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0645" y="1758613"/>
            <a:ext cx="5354000" cy="1670387"/>
          </a:xfrm>
        </p:spPr>
        <p:txBody>
          <a:bodyPr/>
          <a:lstStyle/>
          <a:p>
            <a:r>
              <a:rPr lang="de-DE" sz="9600" dirty="0" err="1"/>
              <a:t>JoYaNiRi</a:t>
            </a:r>
            <a:endParaRPr lang="de-DE" sz="96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21188B-81BF-FA9B-16D6-D33B8E10BD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66342" y="3232354"/>
            <a:ext cx="8825658" cy="861420"/>
          </a:xfrm>
        </p:spPr>
        <p:txBody>
          <a:bodyPr>
            <a:normAutofit/>
          </a:bodyPr>
          <a:lstStyle/>
          <a:p>
            <a:r>
              <a:rPr lang="de-DE" sz="2800" dirty="0"/>
              <a:t>E-Book-Verleih</a:t>
            </a:r>
          </a:p>
        </p:txBody>
      </p:sp>
    </p:spTree>
    <p:extLst>
      <p:ext uri="{BB962C8B-B14F-4D97-AF65-F5344CB8AC3E}">
        <p14:creationId xmlns:p14="http://schemas.microsoft.com/office/powerpoint/2010/main" val="903304777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C4CC7E-BC4F-9438-5CB0-13AE4558D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sz="5400" b="1" dirty="0"/>
              <a:t>Gliederung</a:t>
            </a:r>
            <a:endParaRPr lang="de-DE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8F7630-3940-E500-6DD2-2756C0513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Über uns</a:t>
            </a:r>
          </a:p>
          <a:p>
            <a:r>
              <a:rPr lang="de-DE" sz="2800" dirty="0"/>
              <a:t>Logo</a:t>
            </a:r>
          </a:p>
          <a:p>
            <a:r>
              <a:rPr lang="de-DE" sz="2800" dirty="0"/>
              <a:t>Organigramm</a:t>
            </a:r>
          </a:p>
          <a:p>
            <a:r>
              <a:rPr lang="de-DE" sz="2800" dirty="0"/>
              <a:t>Datenbankstruktur</a:t>
            </a:r>
          </a:p>
          <a:p>
            <a:r>
              <a:rPr lang="de-DE" sz="2800" dirty="0"/>
              <a:t>Screen Übersicht</a:t>
            </a:r>
          </a:p>
          <a:p>
            <a:r>
              <a:rPr lang="de-DE" sz="2800" dirty="0"/>
              <a:t>Programm</a:t>
            </a:r>
          </a:p>
        </p:txBody>
      </p:sp>
    </p:spTree>
    <p:extLst>
      <p:ext uri="{BB962C8B-B14F-4D97-AF65-F5344CB8AC3E}">
        <p14:creationId xmlns:p14="http://schemas.microsoft.com/office/powerpoint/2010/main" val="242929867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DCFF8F-968A-3592-99B7-606ABF05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sz="5400" b="1" dirty="0"/>
              <a:t>Über uns</a:t>
            </a:r>
            <a:endParaRPr lang="de-DE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572CFC-7661-5420-E8E2-76BC25432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Aufstrebendes umweltfreundliches Unternehmen</a:t>
            </a:r>
          </a:p>
          <a:p>
            <a:endParaRPr lang="de-DE" dirty="0"/>
          </a:p>
          <a:p>
            <a:r>
              <a:rPr lang="de-DE" dirty="0"/>
              <a:t>Hauptsitz Heilbronn</a:t>
            </a:r>
          </a:p>
          <a:p>
            <a:endParaRPr lang="de-DE" dirty="0"/>
          </a:p>
          <a:p>
            <a:r>
              <a:rPr lang="de-DE" dirty="0"/>
              <a:t>18 Mitarbeiter</a:t>
            </a:r>
          </a:p>
          <a:p>
            <a:endParaRPr lang="de-DE" dirty="0"/>
          </a:p>
          <a:p>
            <a:r>
              <a:rPr lang="de-DE" dirty="0"/>
              <a:t>Verleihen online klimaneutral E-Books</a:t>
            </a:r>
          </a:p>
          <a:p>
            <a:endParaRPr lang="de-DE" dirty="0"/>
          </a:p>
          <a:p>
            <a:r>
              <a:rPr lang="de-DE" dirty="0"/>
              <a:t>Verbrauchter Strom generieren wir selbst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05846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0771A8-FAEB-9FF6-9AB3-A7E230263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sz="5400" b="1" dirty="0"/>
              <a:t>Logo</a:t>
            </a:r>
            <a:endParaRPr lang="de-DE" b="1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E892AD3-3919-063D-52CD-786F2AA901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92" b="34030"/>
          <a:stretch/>
        </p:blipFill>
        <p:spPr>
          <a:xfrm>
            <a:off x="1841162" y="2464998"/>
            <a:ext cx="8509675" cy="1928004"/>
          </a:xfrm>
        </p:spPr>
      </p:pic>
    </p:spTree>
    <p:extLst>
      <p:ext uri="{BB962C8B-B14F-4D97-AF65-F5344CB8AC3E}">
        <p14:creationId xmlns:p14="http://schemas.microsoft.com/office/powerpoint/2010/main" val="395013898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FBA6CC-DFCA-4FF4-5E5E-19074AC9A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sz="5400" b="1" dirty="0"/>
              <a:t>Organigramm</a:t>
            </a:r>
            <a:endParaRPr lang="de-DE" b="1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34494532-9CF3-B428-EB4A-2048CB9FC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116"/>
          <a:stretch/>
        </p:blipFill>
        <p:spPr>
          <a:xfrm>
            <a:off x="186416" y="1592364"/>
            <a:ext cx="11819168" cy="3923531"/>
          </a:xfrm>
        </p:spPr>
      </p:pic>
    </p:spTree>
    <p:extLst>
      <p:ext uri="{BB962C8B-B14F-4D97-AF65-F5344CB8AC3E}">
        <p14:creationId xmlns:p14="http://schemas.microsoft.com/office/powerpoint/2010/main" val="89344613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D510F6-E41F-1178-29CE-B01A8ED10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sz="5400" b="1" dirty="0"/>
              <a:t>Organigramm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D097D6F9-7CA5-457C-A5C0-8C11CB528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-613400" y="1466567"/>
            <a:ext cx="12609062" cy="3924865"/>
          </a:xfrm>
        </p:spPr>
      </p:pic>
    </p:spTree>
    <p:extLst>
      <p:ext uri="{BB962C8B-B14F-4D97-AF65-F5344CB8AC3E}">
        <p14:creationId xmlns:p14="http://schemas.microsoft.com/office/powerpoint/2010/main" val="334942148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62793BD-75F5-6073-2EA9-45FF2011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BT-S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49FD6050-5E4B-3975-08A1-E5795895B4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Datenbank Struktur</a:t>
            </a:r>
          </a:p>
        </p:txBody>
      </p:sp>
    </p:spTree>
    <p:extLst>
      <p:ext uri="{BB962C8B-B14F-4D97-AF65-F5344CB8AC3E}">
        <p14:creationId xmlns:p14="http://schemas.microsoft.com/office/powerpoint/2010/main" val="22852081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149F1936-79CF-622C-3B42-472655E743B9}"/>
              </a:ext>
            </a:extLst>
          </p:cNvPr>
          <p:cNvSpPr/>
          <p:nvPr/>
        </p:nvSpPr>
        <p:spPr>
          <a:xfrm>
            <a:off x="8738340" y="685274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Übersetzer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13FB0F5-B9CB-CCE1-3393-A3B379004DCE}"/>
              </a:ext>
            </a:extLst>
          </p:cNvPr>
          <p:cNvSpPr/>
          <p:nvPr/>
        </p:nvSpPr>
        <p:spPr>
          <a:xfrm>
            <a:off x="9282958" y="3425643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Sprecher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C7C5E4A-4A86-954D-8F8F-8514433011A3}"/>
              </a:ext>
            </a:extLst>
          </p:cNvPr>
          <p:cNvSpPr/>
          <p:nvPr/>
        </p:nvSpPr>
        <p:spPr>
          <a:xfrm>
            <a:off x="6364940" y="5618064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Kategorie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6A330F4-0760-6810-710C-C3B8A83021DD}"/>
              </a:ext>
            </a:extLst>
          </p:cNvPr>
          <p:cNvSpPr/>
          <p:nvPr/>
        </p:nvSpPr>
        <p:spPr>
          <a:xfrm>
            <a:off x="8030128" y="5618063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Genre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8141247-419F-8796-3980-028516FE286B}"/>
              </a:ext>
            </a:extLst>
          </p:cNvPr>
          <p:cNvSpPr/>
          <p:nvPr/>
        </p:nvSpPr>
        <p:spPr>
          <a:xfrm>
            <a:off x="9094700" y="2349787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Autor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BC90B36-9E2F-915D-5AD5-D6F60B58D501}"/>
              </a:ext>
            </a:extLst>
          </p:cNvPr>
          <p:cNvSpPr/>
          <p:nvPr/>
        </p:nvSpPr>
        <p:spPr>
          <a:xfrm>
            <a:off x="3488393" y="1703851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Verlag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90F9E8F-756A-FD4A-28CA-3D92EF7DC3A7}"/>
              </a:ext>
            </a:extLst>
          </p:cNvPr>
          <p:cNvSpPr/>
          <p:nvPr/>
        </p:nvSpPr>
        <p:spPr>
          <a:xfrm>
            <a:off x="2780181" y="5618063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Leih-verzeichnis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FDF946A-01F4-B3EF-AF12-293D1A3F6324}"/>
              </a:ext>
            </a:extLst>
          </p:cNvPr>
          <p:cNvSpPr/>
          <p:nvPr/>
        </p:nvSpPr>
        <p:spPr>
          <a:xfrm>
            <a:off x="2762249" y="4746253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Favorit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F6E58C7-669B-6B36-742C-B39A323C087A}"/>
              </a:ext>
            </a:extLst>
          </p:cNvPr>
          <p:cNvSpPr/>
          <p:nvPr/>
        </p:nvSpPr>
        <p:spPr>
          <a:xfrm>
            <a:off x="2980766" y="137824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Ort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D26F392-97DF-8025-B71D-C557D4809262}"/>
              </a:ext>
            </a:extLst>
          </p:cNvPr>
          <p:cNvSpPr/>
          <p:nvPr/>
        </p:nvSpPr>
        <p:spPr>
          <a:xfrm>
            <a:off x="1505501" y="828102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Adresse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036317E-5879-70E6-887B-DCCB80F30D15}"/>
              </a:ext>
            </a:extLst>
          </p:cNvPr>
          <p:cNvSpPr/>
          <p:nvPr/>
        </p:nvSpPr>
        <p:spPr>
          <a:xfrm>
            <a:off x="1651746" y="2954997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Kunde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FD9E56C-EF17-99E0-4864-89F0373F7391}"/>
              </a:ext>
            </a:extLst>
          </p:cNvPr>
          <p:cNvSpPr/>
          <p:nvPr/>
        </p:nvSpPr>
        <p:spPr>
          <a:xfrm>
            <a:off x="5244353" y="3429000"/>
            <a:ext cx="1416424" cy="4661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E-Book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16007B5-9C1A-4BC5-8F8E-39CB9C1A9299}"/>
              </a:ext>
            </a:extLst>
          </p:cNvPr>
          <p:cNvSpPr/>
          <p:nvPr/>
        </p:nvSpPr>
        <p:spPr>
          <a:xfrm>
            <a:off x="555804" y="2238101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Vorname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D655F44-096D-07B0-F409-87ADBC86E0B1}"/>
              </a:ext>
            </a:extLst>
          </p:cNvPr>
          <p:cNvSpPr/>
          <p:nvPr/>
        </p:nvSpPr>
        <p:spPr>
          <a:xfrm>
            <a:off x="4534464" y="205567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PLZ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70F2B74E-3F79-B5AA-F232-43F5FE6F2FE7}"/>
              </a:ext>
            </a:extLst>
          </p:cNvPr>
          <p:cNvSpPr/>
          <p:nvPr/>
        </p:nvSpPr>
        <p:spPr>
          <a:xfrm>
            <a:off x="4417360" y="623309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Ortsname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B33A49A-0C0E-5720-ACE3-2DCDEDEDFBEE}"/>
              </a:ext>
            </a:extLst>
          </p:cNvPr>
          <p:cNvSpPr/>
          <p:nvPr/>
        </p:nvSpPr>
        <p:spPr>
          <a:xfrm>
            <a:off x="609596" y="169202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Straße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240C0499-CCB0-C206-916C-0D280FC567EB}"/>
              </a:ext>
            </a:extLst>
          </p:cNvPr>
          <p:cNvSpPr/>
          <p:nvPr/>
        </p:nvSpPr>
        <p:spPr>
          <a:xfrm>
            <a:off x="0" y="617434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Haus-nummer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CB806C19-94A1-8712-E072-956111EED14F}"/>
              </a:ext>
            </a:extLst>
          </p:cNvPr>
          <p:cNvSpPr/>
          <p:nvPr/>
        </p:nvSpPr>
        <p:spPr>
          <a:xfrm>
            <a:off x="24647" y="2607614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Nachname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0543BF3A-39D2-FE53-5773-68E68111CFFA}"/>
              </a:ext>
            </a:extLst>
          </p:cNvPr>
          <p:cNvSpPr/>
          <p:nvPr/>
        </p:nvSpPr>
        <p:spPr>
          <a:xfrm>
            <a:off x="24647" y="2935389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Geb. Datum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A20A4D1-25EB-2E66-BAF1-F320119BD974}"/>
              </a:ext>
            </a:extLst>
          </p:cNvPr>
          <p:cNvSpPr/>
          <p:nvPr/>
        </p:nvSpPr>
        <p:spPr>
          <a:xfrm>
            <a:off x="24647" y="3292296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Tele.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61F3FAA7-7BB8-8F77-7AEB-D1B657E4C17E}"/>
              </a:ext>
            </a:extLst>
          </p:cNvPr>
          <p:cNvSpPr/>
          <p:nvPr/>
        </p:nvSpPr>
        <p:spPr>
          <a:xfrm>
            <a:off x="24647" y="3658726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Mail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C9FCB43D-E85B-901C-2EA3-7C206F0A7DA3}"/>
              </a:ext>
            </a:extLst>
          </p:cNvPr>
          <p:cNvSpPr/>
          <p:nvPr/>
        </p:nvSpPr>
        <p:spPr>
          <a:xfrm>
            <a:off x="555804" y="4016201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Status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9DF5597C-05ED-7192-71D2-E7E94A058ADB}"/>
              </a:ext>
            </a:extLst>
          </p:cNvPr>
          <p:cNvSpPr/>
          <p:nvPr/>
        </p:nvSpPr>
        <p:spPr>
          <a:xfrm>
            <a:off x="4778178" y="1200695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Name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EE20D60F-8BB0-CE50-172E-F2535FF07D02}"/>
              </a:ext>
            </a:extLst>
          </p:cNvPr>
          <p:cNvSpPr/>
          <p:nvPr/>
        </p:nvSpPr>
        <p:spPr>
          <a:xfrm>
            <a:off x="5112688" y="1644743"/>
            <a:ext cx="1344706" cy="3678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Beschreibung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F434FF2D-FF4F-2511-6B3A-59FD5A1C9294}"/>
              </a:ext>
            </a:extLst>
          </p:cNvPr>
          <p:cNvSpPr/>
          <p:nvPr/>
        </p:nvSpPr>
        <p:spPr>
          <a:xfrm>
            <a:off x="6185646" y="2788319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Titel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4A17CB3-5AAA-74C1-0BA9-DB0A806C31D2}"/>
              </a:ext>
            </a:extLst>
          </p:cNvPr>
          <p:cNvSpPr/>
          <p:nvPr/>
        </p:nvSpPr>
        <p:spPr>
          <a:xfrm>
            <a:off x="4048126" y="3971786"/>
            <a:ext cx="1344706" cy="3678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Beschreibung</a:t>
            </a:r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E3AE200C-7EE8-2CBD-C2B4-2D1FB6DB2E5D}"/>
              </a:ext>
            </a:extLst>
          </p:cNvPr>
          <p:cNvSpPr/>
          <p:nvPr/>
        </p:nvSpPr>
        <p:spPr>
          <a:xfrm>
            <a:off x="4695826" y="2913948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ISBN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617A6776-076D-2E1F-AD24-E6F23E71DD34}"/>
              </a:ext>
            </a:extLst>
          </p:cNvPr>
          <p:cNvSpPr/>
          <p:nvPr/>
        </p:nvSpPr>
        <p:spPr>
          <a:xfrm>
            <a:off x="6627161" y="4048133"/>
            <a:ext cx="1344706" cy="3678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 err="1">
                <a:solidFill>
                  <a:schemeClr val="tx1"/>
                </a:solidFill>
              </a:rPr>
              <a:t>Ersch</a:t>
            </a:r>
            <a:r>
              <a:rPr lang="de-DE" sz="1100" dirty="0">
                <a:solidFill>
                  <a:schemeClr val="tx1"/>
                </a:solidFill>
              </a:rPr>
              <a:t>. Datum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0EF0CE0E-F116-DB57-684E-B230C90F37E6}"/>
              </a:ext>
            </a:extLst>
          </p:cNvPr>
          <p:cNvSpPr/>
          <p:nvPr/>
        </p:nvSpPr>
        <p:spPr>
          <a:xfrm>
            <a:off x="9542934" y="1626518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Vorname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A96966F3-7520-33D6-8F22-38FAC711D9B8}"/>
              </a:ext>
            </a:extLst>
          </p:cNvPr>
          <p:cNvSpPr/>
          <p:nvPr/>
        </p:nvSpPr>
        <p:spPr>
          <a:xfrm>
            <a:off x="10941423" y="1779595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Nachname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4F5EBA4B-687E-18E1-E5FA-C844270255E1}"/>
              </a:ext>
            </a:extLst>
          </p:cNvPr>
          <p:cNvSpPr/>
          <p:nvPr/>
        </p:nvSpPr>
        <p:spPr>
          <a:xfrm>
            <a:off x="10847294" y="2138795"/>
            <a:ext cx="1344706" cy="3678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Beschreibung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FA70D8A8-1321-D440-0DD6-8ED5D079EFB8}"/>
              </a:ext>
            </a:extLst>
          </p:cNvPr>
          <p:cNvSpPr/>
          <p:nvPr/>
        </p:nvSpPr>
        <p:spPr>
          <a:xfrm>
            <a:off x="10941423" y="2544413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Geb. Datum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67D57013-8116-9C98-298E-D1166AFEFCE4}"/>
              </a:ext>
            </a:extLst>
          </p:cNvPr>
          <p:cNvSpPr/>
          <p:nvPr/>
        </p:nvSpPr>
        <p:spPr>
          <a:xfrm>
            <a:off x="8742846" y="4047743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Vorname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1F942493-E5A9-C49F-DEC1-7440A0D42DB8}"/>
              </a:ext>
            </a:extLst>
          </p:cNvPr>
          <p:cNvSpPr/>
          <p:nvPr/>
        </p:nvSpPr>
        <p:spPr>
          <a:xfrm>
            <a:off x="10887640" y="3344962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Nachname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F6562F62-A833-D706-A375-890DDF8BD040}"/>
              </a:ext>
            </a:extLst>
          </p:cNvPr>
          <p:cNvSpPr/>
          <p:nvPr/>
        </p:nvSpPr>
        <p:spPr>
          <a:xfrm>
            <a:off x="10813682" y="3772958"/>
            <a:ext cx="1344706" cy="3678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Beschreibung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E5EE0650-D4ED-DC8D-AD9D-1A64C8D1582D}"/>
              </a:ext>
            </a:extLst>
          </p:cNvPr>
          <p:cNvSpPr/>
          <p:nvPr/>
        </p:nvSpPr>
        <p:spPr>
          <a:xfrm>
            <a:off x="9991170" y="4208113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Geb. Datum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0B8FC856-C262-3B00-FCBA-0494CCAFE2DB}"/>
              </a:ext>
            </a:extLst>
          </p:cNvPr>
          <p:cNvSpPr/>
          <p:nvPr/>
        </p:nvSpPr>
        <p:spPr>
          <a:xfrm>
            <a:off x="8709205" y="192433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Vorname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1F260A2C-785B-49AF-3A8C-B7E3FC6A9706}"/>
              </a:ext>
            </a:extLst>
          </p:cNvPr>
          <p:cNvSpPr/>
          <p:nvPr/>
        </p:nvSpPr>
        <p:spPr>
          <a:xfrm>
            <a:off x="7456393" y="177035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Nachname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59295E6D-037A-67A4-6FA8-9F25AB430F7F}"/>
              </a:ext>
            </a:extLst>
          </p:cNvPr>
          <p:cNvSpPr/>
          <p:nvPr/>
        </p:nvSpPr>
        <p:spPr>
          <a:xfrm>
            <a:off x="7152704" y="562230"/>
            <a:ext cx="1344706" cy="3678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Beschreibung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DF51F489-E100-4F23-437B-51B33F13099D}"/>
              </a:ext>
            </a:extLst>
          </p:cNvPr>
          <p:cNvSpPr/>
          <p:nvPr/>
        </p:nvSpPr>
        <p:spPr>
          <a:xfrm>
            <a:off x="7246833" y="967848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Geb. Datum</a:t>
            </a:r>
          </a:p>
        </p:txBody>
      </p:sp>
      <p:cxnSp>
        <p:nvCxnSpPr>
          <p:cNvPr id="51" name="Gerade Verbindung mit Pfeil 50">
            <a:extLst>
              <a:ext uri="{FF2B5EF4-FFF2-40B4-BE49-F238E27FC236}">
                <a16:creationId xmlns:a16="http://schemas.microsoft.com/office/drawing/2014/main" id="{D8BF86EC-D4AD-886C-74E5-991CA324292B}"/>
              </a:ext>
            </a:extLst>
          </p:cNvPr>
          <p:cNvCxnSpPr>
            <a:cxnSpLocks/>
            <a:stCxn id="15" idx="0"/>
            <a:endCxn id="14" idx="2"/>
          </p:cNvCxnSpPr>
          <p:nvPr/>
        </p:nvCxnSpPr>
        <p:spPr>
          <a:xfrm flipH="1" flipV="1">
            <a:off x="2213713" y="1294267"/>
            <a:ext cx="146245" cy="166073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Gerade Verbindung mit Pfeil 55">
            <a:extLst>
              <a:ext uri="{FF2B5EF4-FFF2-40B4-BE49-F238E27FC236}">
                <a16:creationId xmlns:a16="http://schemas.microsoft.com/office/drawing/2014/main" id="{CD3E57F3-A545-5C8B-409F-139CD38B05E9}"/>
              </a:ext>
            </a:extLst>
          </p:cNvPr>
          <p:cNvCxnSpPr>
            <a:cxnSpLocks/>
            <a:stCxn id="14" idx="0"/>
            <a:endCxn id="13" idx="1"/>
          </p:cNvCxnSpPr>
          <p:nvPr/>
        </p:nvCxnSpPr>
        <p:spPr>
          <a:xfrm flipV="1">
            <a:off x="2213713" y="370907"/>
            <a:ext cx="767053" cy="45719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Verbinder: gewinkelt 62">
            <a:extLst>
              <a:ext uri="{FF2B5EF4-FFF2-40B4-BE49-F238E27FC236}">
                <a16:creationId xmlns:a16="http://schemas.microsoft.com/office/drawing/2014/main" id="{C00E9984-D443-1E5C-0A24-4D5A9F175A55}"/>
              </a:ext>
            </a:extLst>
          </p:cNvPr>
          <p:cNvCxnSpPr>
            <a:cxnSpLocks/>
            <a:stCxn id="15" idx="2"/>
            <a:endCxn id="12" idx="1"/>
          </p:cNvCxnSpPr>
          <p:nvPr/>
        </p:nvCxnSpPr>
        <p:spPr>
          <a:xfrm rot="16200000" flipH="1">
            <a:off x="1782016" y="3999103"/>
            <a:ext cx="1558174" cy="402291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Verbinder: gewinkelt 65">
            <a:extLst>
              <a:ext uri="{FF2B5EF4-FFF2-40B4-BE49-F238E27FC236}">
                <a16:creationId xmlns:a16="http://schemas.microsoft.com/office/drawing/2014/main" id="{759395F9-7438-A70D-9AB7-941C5DED9376}"/>
              </a:ext>
            </a:extLst>
          </p:cNvPr>
          <p:cNvCxnSpPr>
            <a:cxnSpLocks/>
            <a:stCxn id="11" idx="1"/>
          </p:cNvCxnSpPr>
          <p:nvPr/>
        </p:nvCxnSpPr>
        <p:spPr>
          <a:xfrm rot="10800000">
            <a:off x="2091581" y="3436840"/>
            <a:ext cx="688600" cy="2414307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 Verbindung mit Pfeil 75">
            <a:extLst>
              <a:ext uri="{FF2B5EF4-FFF2-40B4-BE49-F238E27FC236}">
                <a16:creationId xmlns:a16="http://schemas.microsoft.com/office/drawing/2014/main" id="{235A5654-7259-8B86-38F0-3BD457A343FC}"/>
              </a:ext>
            </a:extLst>
          </p:cNvPr>
          <p:cNvCxnSpPr>
            <a:cxnSpLocks/>
            <a:stCxn id="14" idx="3"/>
            <a:endCxn id="10" idx="0"/>
          </p:cNvCxnSpPr>
          <p:nvPr/>
        </p:nvCxnSpPr>
        <p:spPr>
          <a:xfrm>
            <a:off x="2921925" y="1061185"/>
            <a:ext cx="1274680" cy="64266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Verbinder: gewinkelt 78">
            <a:extLst>
              <a:ext uri="{FF2B5EF4-FFF2-40B4-BE49-F238E27FC236}">
                <a16:creationId xmlns:a16="http://schemas.microsoft.com/office/drawing/2014/main" id="{10078E52-9358-5065-A890-60FB4A1868E9}"/>
              </a:ext>
            </a:extLst>
          </p:cNvPr>
          <p:cNvCxnSpPr>
            <a:cxnSpLocks/>
            <a:stCxn id="16" idx="1"/>
            <a:endCxn id="10" idx="2"/>
          </p:cNvCxnSpPr>
          <p:nvPr/>
        </p:nvCxnSpPr>
        <p:spPr>
          <a:xfrm rot="10800000">
            <a:off x="4196605" y="2170017"/>
            <a:ext cx="1047748" cy="1492067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Verbinder: gewinkelt 81">
            <a:extLst>
              <a:ext uri="{FF2B5EF4-FFF2-40B4-BE49-F238E27FC236}">
                <a16:creationId xmlns:a16="http://schemas.microsoft.com/office/drawing/2014/main" id="{99088B71-5378-A94C-61C2-60ABCF9C0B82}"/>
              </a:ext>
            </a:extLst>
          </p:cNvPr>
          <p:cNvCxnSpPr>
            <a:cxnSpLocks/>
            <a:stCxn id="16" idx="2"/>
            <a:endCxn id="12" idx="3"/>
          </p:cNvCxnSpPr>
          <p:nvPr/>
        </p:nvCxnSpPr>
        <p:spPr>
          <a:xfrm rot="5400000">
            <a:off x="4523534" y="3550304"/>
            <a:ext cx="1084171" cy="1773892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Verbinder: gewinkelt 85">
            <a:extLst>
              <a:ext uri="{FF2B5EF4-FFF2-40B4-BE49-F238E27FC236}">
                <a16:creationId xmlns:a16="http://schemas.microsoft.com/office/drawing/2014/main" id="{01263FEB-F3BD-A1A7-B0AA-8085A162DD18}"/>
              </a:ext>
            </a:extLst>
          </p:cNvPr>
          <p:cNvCxnSpPr>
            <a:cxnSpLocks/>
            <a:endCxn id="11" idx="3"/>
          </p:cNvCxnSpPr>
          <p:nvPr/>
        </p:nvCxnSpPr>
        <p:spPr>
          <a:xfrm rot="5400000">
            <a:off x="4187086" y="3901329"/>
            <a:ext cx="1959336" cy="1940298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Verbinder: gewinkelt 88">
            <a:extLst>
              <a:ext uri="{FF2B5EF4-FFF2-40B4-BE49-F238E27FC236}">
                <a16:creationId xmlns:a16="http://schemas.microsoft.com/office/drawing/2014/main" id="{0123C075-EFF4-3FC1-5A8A-6267FDB66476}"/>
              </a:ext>
            </a:extLst>
          </p:cNvPr>
          <p:cNvCxnSpPr>
            <a:cxnSpLocks/>
            <a:endCxn id="7" idx="0"/>
          </p:cNvCxnSpPr>
          <p:nvPr/>
        </p:nvCxnSpPr>
        <p:spPr>
          <a:xfrm rot="16200000" flipH="1">
            <a:off x="5900743" y="4445655"/>
            <a:ext cx="1726256" cy="618562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Verbinder: gewinkelt 91">
            <a:extLst>
              <a:ext uri="{FF2B5EF4-FFF2-40B4-BE49-F238E27FC236}">
                <a16:creationId xmlns:a16="http://schemas.microsoft.com/office/drawing/2014/main" id="{E5A64C87-74F6-69DE-9AE7-74148BD15360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726899" y="3860014"/>
            <a:ext cx="2011441" cy="1758049"/>
          </a:xfrm>
          <a:prstGeom prst="bentConnector2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Verbinder: gewinkelt 96">
            <a:extLst>
              <a:ext uri="{FF2B5EF4-FFF2-40B4-BE49-F238E27FC236}">
                <a16:creationId xmlns:a16="http://schemas.microsoft.com/office/drawing/2014/main" id="{D63A02DF-C32E-CAE6-65AB-D0BA52F52F72}"/>
              </a:ext>
            </a:extLst>
          </p:cNvPr>
          <p:cNvCxnSpPr>
            <a:cxnSpLocks/>
            <a:stCxn id="16" idx="3"/>
            <a:endCxn id="6" idx="1"/>
          </p:cNvCxnSpPr>
          <p:nvPr/>
        </p:nvCxnSpPr>
        <p:spPr>
          <a:xfrm flipV="1">
            <a:off x="6660777" y="3658726"/>
            <a:ext cx="2622181" cy="3357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Verbinder: gewinkelt 100">
            <a:extLst>
              <a:ext uri="{FF2B5EF4-FFF2-40B4-BE49-F238E27FC236}">
                <a16:creationId xmlns:a16="http://schemas.microsoft.com/office/drawing/2014/main" id="{8E7D47CD-9516-DA4A-B60D-FF6E634B9BAD}"/>
              </a:ext>
            </a:extLst>
          </p:cNvPr>
          <p:cNvCxnSpPr>
            <a:cxnSpLocks/>
            <a:stCxn id="9" idx="1"/>
          </p:cNvCxnSpPr>
          <p:nvPr/>
        </p:nvCxnSpPr>
        <p:spPr>
          <a:xfrm rot="10800000" flipV="1">
            <a:off x="6715138" y="2582869"/>
            <a:ext cx="2379563" cy="877923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Verbinder: gewinkelt 111">
            <a:extLst>
              <a:ext uri="{FF2B5EF4-FFF2-40B4-BE49-F238E27FC236}">
                <a16:creationId xmlns:a16="http://schemas.microsoft.com/office/drawing/2014/main" id="{03152CFF-C4C0-3791-9FAB-CABFB71EED67}"/>
              </a:ext>
            </a:extLst>
          </p:cNvPr>
          <p:cNvCxnSpPr>
            <a:cxnSpLocks/>
            <a:stCxn id="5" idx="2"/>
            <a:endCxn id="16" idx="0"/>
          </p:cNvCxnSpPr>
          <p:nvPr/>
        </p:nvCxnSpPr>
        <p:spPr>
          <a:xfrm rot="5400000">
            <a:off x="6560779" y="543226"/>
            <a:ext cx="2277561" cy="3493987"/>
          </a:xfrm>
          <a:prstGeom prst="bentConnector3">
            <a:avLst>
              <a:gd name="adj1" fmla="val 43702"/>
            </a:avLst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feld 117">
            <a:extLst>
              <a:ext uri="{FF2B5EF4-FFF2-40B4-BE49-F238E27FC236}">
                <a16:creationId xmlns:a16="http://schemas.microsoft.com/office/drawing/2014/main" id="{38EDC04E-FD47-9A3A-CCEA-E9C56473BC2D}"/>
              </a:ext>
            </a:extLst>
          </p:cNvPr>
          <p:cNvSpPr txBox="1"/>
          <p:nvPr/>
        </p:nvSpPr>
        <p:spPr>
          <a:xfrm>
            <a:off x="2884963" y="738687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8404D0F7-F1CD-B40E-BC39-76F09F7E6D02}"/>
              </a:ext>
            </a:extLst>
          </p:cNvPr>
          <p:cNvSpPr txBox="1"/>
          <p:nvPr/>
        </p:nvSpPr>
        <p:spPr>
          <a:xfrm>
            <a:off x="2013143" y="443092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9B9CCE81-417A-4F91-4C0A-9DCC6F5C83D5}"/>
              </a:ext>
            </a:extLst>
          </p:cNvPr>
          <p:cNvSpPr txBox="1"/>
          <p:nvPr/>
        </p:nvSpPr>
        <p:spPr>
          <a:xfrm>
            <a:off x="4065488" y="1294634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21" name="Textfeld 120">
            <a:extLst>
              <a:ext uri="{FF2B5EF4-FFF2-40B4-BE49-F238E27FC236}">
                <a16:creationId xmlns:a16="http://schemas.microsoft.com/office/drawing/2014/main" id="{BF3A137C-1A1A-C388-CE27-0E8CBECD1C55}"/>
              </a:ext>
            </a:extLst>
          </p:cNvPr>
          <p:cNvSpPr txBox="1"/>
          <p:nvPr/>
        </p:nvSpPr>
        <p:spPr>
          <a:xfrm>
            <a:off x="2023777" y="2593240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23" name="Textfeld 122">
            <a:extLst>
              <a:ext uri="{FF2B5EF4-FFF2-40B4-BE49-F238E27FC236}">
                <a16:creationId xmlns:a16="http://schemas.microsoft.com/office/drawing/2014/main" id="{BA2609ED-B139-DE88-82BF-26D288F1C907}"/>
              </a:ext>
            </a:extLst>
          </p:cNvPr>
          <p:cNvSpPr txBox="1"/>
          <p:nvPr/>
        </p:nvSpPr>
        <p:spPr>
          <a:xfrm>
            <a:off x="1920145" y="1229178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24" name="Textfeld 123">
            <a:extLst>
              <a:ext uri="{FF2B5EF4-FFF2-40B4-BE49-F238E27FC236}">
                <a16:creationId xmlns:a16="http://schemas.microsoft.com/office/drawing/2014/main" id="{237D9B76-ABD0-2A48-640C-6EEB979F6AF9}"/>
              </a:ext>
            </a:extLst>
          </p:cNvPr>
          <p:cNvSpPr txBox="1"/>
          <p:nvPr/>
        </p:nvSpPr>
        <p:spPr>
          <a:xfrm>
            <a:off x="2415151" y="5497493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25" name="Textfeld 124">
            <a:extLst>
              <a:ext uri="{FF2B5EF4-FFF2-40B4-BE49-F238E27FC236}">
                <a16:creationId xmlns:a16="http://schemas.microsoft.com/office/drawing/2014/main" id="{5FF5986C-5199-0304-C783-307F447D833D}"/>
              </a:ext>
            </a:extLst>
          </p:cNvPr>
          <p:cNvSpPr txBox="1"/>
          <p:nvPr/>
        </p:nvSpPr>
        <p:spPr>
          <a:xfrm>
            <a:off x="2391052" y="4600019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26" name="Textfeld 125">
            <a:extLst>
              <a:ext uri="{FF2B5EF4-FFF2-40B4-BE49-F238E27FC236}">
                <a16:creationId xmlns:a16="http://schemas.microsoft.com/office/drawing/2014/main" id="{A1664C58-2B04-2AD3-B349-294ECD4FF3EF}"/>
              </a:ext>
            </a:extLst>
          </p:cNvPr>
          <p:cNvSpPr txBox="1"/>
          <p:nvPr/>
        </p:nvSpPr>
        <p:spPr>
          <a:xfrm>
            <a:off x="2343144" y="3460792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27" name="Textfeld 126">
            <a:extLst>
              <a:ext uri="{FF2B5EF4-FFF2-40B4-BE49-F238E27FC236}">
                <a16:creationId xmlns:a16="http://schemas.microsoft.com/office/drawing/2014/main" id="{2F0B10D4-9D42-84A7-35A3-77B638A11D27}"/>
              </a:ext>
            </a:extLst>
          </p:cNvPr>
          <p:cNvSpPr txBox="1"/>
          <p:nvPr/>
        </p:nvSpPr>
        <p:spPr>
          <a:xfrm>
            <a:off x="1804413" y="3427995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28" name="Textfeld 127">
            <a:extLst>
              <a:ext uri="{FF2B5EF4-FFF2-40B4-BE49-F238E27FC236}">
                <a16:creationId xmlns:a16="http://schemas.microsoft.com/office/drawing/2014/main" id="{859DAEB8-8E2E-B3BF-7A57-C80EF41B91FF}"/>
              </a:ext>
            </a:extLst>
          </p:cNvPr>
          <p:cNvSpPr txBox="1"/>
          <p:nvPr/>
        </p:nvSpPr>
        <p:spPr>
          <a:xfrm>
            <a:off x="5898501" y="3898519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29" name="Textfeld 128">
            <a:extLst>
              <a:ext uri="{FF2B5EF4-FFF2-40B4-BE49-F238E27FC236}">
                <a16:creationId xmlns:a16="http://schemas.microsoft.com/office/drawing/2014/main" id="{42675EFD-D5CC-68DB-5C2D-8711FB5B9757}"/>
              </a:ext>
            </a:extLst>
          </p:cNvPr>
          <p:cNvSpPr txBox="1"/>
          <p:nvPr/>
        </p:nvSpPr>
        <p:spPr>
          <a:xfrm>
            <a:off x="5659253" y="3889576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30" name="Textfeld 129">
            <a:extLst>
              <a:ext uri="{FF2B5EF4-FFF2-40B4-BE49-F238E27FC236}">
                <a16:creationId xmlns:a16="http://schemas.microsoft.com/office/drawing/2014/main" id="{E3CF7B88-51BC-A086-4A5C-0333DE4BB909}"/>
              </a:ext>
            </a:extLst>
          </p:cNvPr>
          <p:cNvSpPr txBox="1"/>
          <p:nvPr/>
        </p:nvSpPr>
        <p:spPr>
          <a:xfrm>
            <a:off x="4242271" y="4628655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6DBB9723-659B-A4B0-8D65-B2EDE0080D9D}"/>
              </a:ext>
            </a:extLst>
          </p:cNvPr>
          <p:cNvSpPr txBox="1"/>
          <p:nvPr/>
        </p:nvSpPr>
        <p:spPr>
          <a:xfrm>
            <a:off x="4283452" y="5491140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32" name="Textfeld 131">
            <a:extLst>
              <a:ext uri="{FF2B5EF4-FFF2-40B4-BE49-F238E27FC236}">
                <a16:creationId xmlns:a16="http://schemas.microsoft.com/office/drawing/2014/main" id="{8FA5E80A-61C0-A963-FEEC-327F196D1131}"/>
              </a:ext>
            </a:extLst>
          </p:cNvPr>
          <p:cNvSpPr txBox="1"/>
          <p:nvPr/>
        </p:nvSpPr>
        <p:spPr>
          <a:xfrm>
            <a:off x="6750427" y="5266672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33" name="Textfeld 132">
            <a:extLst>
              <a:ext uri="{FF2B5EF4-FFF2-40B4-BE49-F238E27FC236}">
                <a16:creationId xmlns:a16="http://schemas.microsoft.com/office/drawing/2014/main" id="{CB6AF004-A250-9A5E-5C8E-6385CDB90E0D}"/>
              </a:ext>
            </a:extLst>
          </p:cNvPr>
          <p:cNvSpPr txBox="1"/>
          <p:nvPr/>
        </p:nvSpPr>
        <p:spPr>
          <a:xfrm>
            <a:off x="8392088" y="5306474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ECC56638-7171-AECD-4D33-B50F4E6BA15B}"/>
              </a:ext>
            </a:extLst>
          </p:cNvPr>
          <p:cNvSpPr txBox="1"/>
          <p:nvPr/>
        </p:nvSpPr>
        <p:spPr>
          <a:xfrm>
            <a:off x="8908696" y="3312771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15F7C5FF-1203-1BD3-A117-A0870B41AA76}"/>
              </a:ext>
            </a:extLst>
          </p:cNvPr>
          <p:cNvSpPr txBox="1"/>
          <p:nvPr/>
        </p:nvSpPr>
        <p:spPr>
          <a:xfrm>
            <a:off x="8703610" y="2264246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EA1240A2-8D50-4F0B-9292-8237C6C733BF}"/>
              </a:ext>
            </a:extLst>
          </p:cNvPr>
          <p:cNvSpPr txBox="1"/>
          <p:nvPr/>
        </p:nvSpPr>
        <p:spPr>
          <a:xfrm>
            <a:off x="9140071" y="1134481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37" name="Textfeld 136">
            <a:extLst>
              <a:ext uri="{FF2B5EF4-FFF2-40B4-BE49-F238E27FC236}">
                <a16:creationId xmlns:a16="http://schemas.microsoft.com/office/drawing/2014/main" id="{33B1F71F-D341-DA0F-6180-5FC6B1AE4C4F}"/>
              </a:ext>
            </a:extLst>
          </p:cNvPr>
          <p:cNvSpPr txBox="1"/>
          <p:nvPr/>
        </p:nvSpPr>
        <p:spPr>
          <a:xfrm>
            <a:off x="4178673" y="2137922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1</a:t>
            </a:r>
          </a:p>
        </p:txBody>
      </p:sp>
      <p:sp>
        <p:nvSpPr>
          <p:cNvPr id="138" name="Textfeld 137">
            <a:extLst>
              <a:ext uri="{FF2B5EF4-FFF2-40B4-BE49-F238E27FC236}">
                <a16:creationId xmlns:a16="http://schemas.microsoft.com/office/drawing/2014/main" id="{F7EB82A0-D37F-7FFE-670A-32CC1D613212}"/>
              </a:ext>
            </a:extLst>
          </p:cNvPr>
          <p:cNvSpPr txBox="1"/>
          <p:nvPr/>
        </p:nvSpPr>
        <p:spPr>
          <a:xfrm>
            <a:off x="4842621" y="3294988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39" name="Textfeld 138">
            <a:extLst>
              <a:ext uri="{FF2B5EF4-FFF2-40B4-BE49-F238E27FC236}">
                <a16:creationId xmlns:a16="http://schemas.microsoft.com/office/drawing/2014/main" id="{42FF9389-CD8F-2A0A-B9BF-1CACC58AA504}"/>
              </a:ext>
            </a:extLst>
          </p:cNvPr>
          <p:cNvSpPr txBox="1"/>
          <p:nvPr/>
        </p:nvSpPr>
        <p:spPr>
          <a:xfrm>
            <a:off x="5921478" y="3057991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40" name="Textfeld 139">
            <a:extLst>
              <a:ext uri="{FF2B5EF4-FFF2-40B4-BE49-F238E27FC236}">
                <a16:creationId xmlns:a16="http://schemas.microsoft.com/office/drawing/2014/main" id="{918DB21D-5A0E-3156-1A88-0C3D96790652}"/>
              </a:ext>
            </a:extLst>
          </p:cNvPr>
          <p:cNvSpPr txBox="1"/>
          <p:nvPr/>
        </p:nvSpPr>
        <p:spPr>
          <a:xfrm>
            <a:off x="6793021" y="3133876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BA44EFC3-A4EB-A019-F89C-94BC66C9E871}"/>
              </a:ext>
            </a:extLst>
          </p:cNvPr>
          <p:cNvSpPr txBox="1"/>
          <p:nvPr/>
        </p:nvSpPr>
        <p:spPr>
          <a:xfrm>
            <a:off x="6800018" y="3349069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2FD1D62C-8B42-797F-F561-EB07A576ED57}"/>
              </a:ext>
            </a:extLst>
          </p:cNvPr>
          <p:cNvSpPr txBox="1"/>
          <p:nvPr/>
        </p:nvSpPr>
        <p:spPr>
          <a:xfrm>
            <a:off x="6800018" y="3543066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8D03F129-97DD-569E-696B-278604AD3942}"/>
              </a:ext>
            </a:extLst>
          </p:cNvPr>
          <p:cNvSpPr txBox="1"/>
          <p:nvPr/>
        </p:nvSpPr>
        <p:spPr>
          <a:xfrm>
            <a:off x="6181599" y="3895875"/>
            <a:ext cx="41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n</a:t>
            </a:r>
          </a:p>
        </p:txBody>
      </p:sp>
      <p:cxnSp>
        <p:nvCxnSpPr>
          <p:cNvPr id="145" name="Gerader Verbinder 144">
            <a:extLst>
              <a:ext uri="{FF2B5EF4-FFF2-40B4-BE49-F238E27FC236}">
                <a16:creationId xmlns:a16="http://schemas.microsoft.com/office/drawing/2014/main" id="{606161CD-0DC5-9A6C-F66B-962C1A9DB9D9}"/>
              </a:ext>
            </a:extLst>
          </p:cNvPr>
          <p:cNvCxnSpPr>
            <a:cxnSpLocks/>
            <a:stCxn id="22" idx="5"/>
            <a:endCxn id="14" idx="1"/>
          </p:cNvCxnSpPr>
          <p:nvPr/>
        </p:nvCxnSpPr>
        <p:spPr>
          <a:xfrm>
            <a:off x="987090" y="885248"/>
            <a:ext cx="518411" cy="175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88464210-6782-7B23-CA78-42B63B0D5D15}"/>
              </a:ext>
            </a:extLst>
          </p:cNvPr>
          <p:cNvCxnSpPr>
            <a:cxnSpLocks/>
            <a:stCxn id="21" idx="5"/>
          </p:cNvCxnSpPr>
          <p:nvPr/>
        </p:nvCxnSpPr>
        <p:spPr>
          <a:xfrm>
            <a:off x="1596686" y="437016"/>
            <a:ext cx="121729" cy="456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E0A78ED4-4994-B6E2-531B-11AC1738A89F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1712252" y="2394983"/>
            <a:ext cx="161924" cy="567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Gerader Verbinder 152">
            <a:extLst>
              <a:ext uri="{FF2B5EF4-FFF2-40B4-BE49-F238E27FC236}">
                <a16:creationId xmlns:a16="http://schemas.microsoft.com/office/drawing/2014/main" id="{79629744-E4A5-70B4-EDE0-58D3621AB2FE}"/>
              </a:ext>
            </a:extLst>
          </p:cNvPr>
          <p:cNvCxnSpPr>
            <a:cxnSpLocks/>
            <a:stCxn id="23" idx="6"/>
            <a:endCxn id="15" idx="1"/>
          </p:cNvCxnSpPr>
          <p:nvPr/>
        </p:nvCxnSpPr>
        <p:spPr>
          <a:xfrm>
            <a:off x="1181095" y="2764496"/>
            <a:ext cx="470651" cy="4235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Gerader Verbinder 156">
            <a:extLst>
              <a:ext uri="{FF2B5EF4-FFF2-40B4-BE49-F238E27FC236}">
                <a16:creationId xmlns:a16="http://schemas.microsoft.com/office/drawing/2014/main" id="{28EF86DD-A576-8242-69BD-EC991E732196}"/>
              </a:ext>
            </a:extLst>
          </p:cNvPr>
          <p:cNvCxnSpPr>
            <a:cxnSpLocks/>
            <a:stCxn id="24" idx="6"/>
            <a:endCxn id="15" idx="1"/>
          </p:cNvCxnSpPr>
          <p:nvPr/>
        </p:nvCxnSpPr>
        <p:spPr>
          <a:xfrm>
            <a:off x="1181095" y="3092271"/>
            <a:ext cx="470651" cy="958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Gerader Verbinder 159">
            <a:extLst>
              <a:ext uri="{FF2B5EF4-FFF2-40B4-BE49-F238E27FC236}">
                <a16:creationId xmlns:a16="http://schemas.microsoft.com/office/drawing/2014/main" id="{7271D98C-D407-8BE5-A2CB-B23289216333}"/>
              </a:ext>
            </a:extLst>
          </p:cNvPr>
          <p:cNvCxnSpPr>
            <a:cxnSpLocks/>
            <a:stCxn id="25" idx="6"/>
            <a:endCxn id="15" idx="1"/>
          </p:cNvCxnSpPr>
          <p:nvPr/>
        </p:nvCxnSpPr>
        <p:spPr>
          <a:xfrm flipV="1">
            <a:off x="1181095" y="3188080"/>
            <a:ext cx="470651" cy="261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Gerader Verbinder 162">
            <a:extLst>
              <a:ext uri="{FF2B5EF4-FFF2-40B4-BE49-F238E27FC236}">
                <a16:creationId xmlns:a16="http://schemas.microsoft.com/office/drawing/2014/main" id="{6185047E-929A-72CA-B746-CA972AE64601}"/>
              </a:ext>
            </a:extLst>
          </p:cNvPr>
          <p:cNvCxnSpPr>
            <a:cxnSpLocks/>
            <a:stCxn id="26" idx="6"/>
          </p:cNvCxnSpPr>
          <p:nvPr/>
        </p:nvCxnSpPr>
        <p:spPr>
          <a:xfrm flipV="1">
            <a:off x="1181095" y="3386427"/>
            <a:ext cx="497835" cy="429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Gerader Verbinder 166">
            <a:extLst>
              <a:ext uri="{FF2B5EF4-FFF2-40B4-BE49-F238E27FC236}">
                <a16:creationId xmlns:a16="http://schemas.microsoft.com/office/drawing/2014/main" id="{CFBCDABA-4436-DBD0-2E7C-2123B77B6B98}"/>
              </a:ext>
            </a:extLst>
          </p:cNvPr>
          <p:cNvCxnSpPr>
            <a:cxnSpLocks/>
          </p:cNvCxnSpPr>
          <p:nvPr/>
        </p:nvCxnSpPr>
        <p:spPr>
          <a:xfrm flipV="1">
            <a:off x="1461312" y="3411635"/>
            <a:ext cx="304600" cy="619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Gerader Verbinder 168">
            <a:extLst>
              <a:ext uri="{FF2B5EF4-FFF2-40B4-BE49-F238E27FC236}">
                <a16:creationId xmlns:a16="http://schemas.microsoft.com/office/drawing/2014/main" id="{6FD0898A-0299-8D95-0009-FB5BD98C7051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384860" y="245948"/>
            <a:ext cx="318962" cy="55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Gerader Verbinder 170">
            <a:extLst>
              <a:ext uri="{FF2B5EF4-FFF2-40B4-BE49-F238E27FC236}">
                <a16:creationId xmlns:a16="http://schemas.microsoft.com/office/drawing/2014/main" id="{B91A8500-E72F-C401-308B-6CDA2424F04B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4417360" y="521565"/>
            <a:ext cx="169358" cy="147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Gerader Verbinder 174">
            <a:extLst>
              <a:ext uri="{FF2B5EF4-FFF2-40B4-BE49-F238E27FC236}">
                <a16:creationId xmlns:a16="http://schemas.microsoft.com/office/drawing/2014/main" id="{70953BA4-BBC8-4670-8D07-FD36933FFD6D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4463885" y="1357577"/>
            <a:ext cx="314293" cy="363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Gerader Verbinder 177">
            <a:extLst>
              <a:ext uri="{FF2B5EF4-FFF2-40B4-BE49-F238E27FC236}">
                <a16:creationId xmlns:a16="http://schemas.microsoft.com/office/drawing/2014/main" id="{29E768C9-40ED-2106-0ECA-FE743C180232}"/>
              </a:ext>
            </a:extLst>
          </p:cNvPr>
          <p:cNvCxnSpPr>
            <a:cxnSpLocks/>
            <a:stCxn id="29" idx="2"/>
            <a:endCxn id="10" idx="3"/>
          </p:cNvCxnSpPr>
          <p:nvPr/>
        </p:nvCxnSpPr>
        <p:spPr>
          <a:xfrm flipH="1">
            <a:off x="4904817" y="1828659"/>
            <a:ext cx="207871" cy="1082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Gerader Verbinder 180">
            <a:extLst>
              <a:ext uri="{FF2B5EF4-FFF2-40B4-BE49-F238E27FC236}">
                <a16:creationId xmlns:a16="http://schemas.microsoft.com/office/drawing/2014/main" id="{8641C08F-C136-717F-6349-F3551709495A}"/>
              </a:ext>
            </a:extLst>
          </p:cNvPr>
          <p:cNvCxnSpPr>
            <a:cxnSpLocks/>
            <a:endCxn id="33" idx="5"/>
          </p:cNvCxnSpPr>
          <p:nvPr/>
        </p:nvCxnSpPr>
        <p:spPr>
          <a:xfrm flipH="1" flipV="1">
            <a:off x="5682916" y="3181762"/>
            <a:ext cx="36566" cy="315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Gerader Verbinder 183">
            <a:extLst>
              <a:ext uri="{FF2B5EF4-FFF2-40B4-BE49-F238E27FC236}">
                <a16:creationId xmlns:a16="http://schemas.microsoft.com/office/drawing/2014/main" id="{C06FF1E9-8900-A40E-5E77-161B76F29CE0}"/>
              </a:ext>
            </a:extLst>
          </p:cNvPr>
          <p:cNvCxnSpPr>
            <a:cxnSpLocks/>
            <a:endCxn id="32" idx="7"/>
          </p:cNvCxnSpPr>
          <p:nvPr/>
        </p:nvCxnSpPr>
        <p:spPr>
          <a:xfrm flipH="1">
            <a:off x="5195904" y="3895163"/>
            <a:ext cx="248066" cy="130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Gerader Verbinder 186">
            <a:extLst>
              <a:ext uri="{FF2B5EF4-FFF2-40B4-BE49-F238E27FC236}">
                <a16:creationId xmlns:a16="http://schemas.microsoft.com/office/drawing/2014/main" id="{09BF9031-EE57-964C-07CD-770B66653837}"/>
              </a:ext>
            </a:extLst>
          </p:cNvPr>
          <p:cNvCxnSpPr>
            <a:cxnSpLocks/>
            <a:endCxn id="30" idx="3"/>
          </p:cNvCxnSpPr>
          <p:nvPr/>
        </p:nvCxnSpPr>
        <p:spPr>
          <a:xfrm flipV="1">
            <a:off x="6292102" y="3056133"/>
            <a:ext cx="62902" cy="416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Gerader Verbinder 189">
            <a:extLst>
              <a:ext uri="{FF2B5EF4-FFF2-40B4-BE49-F238E27FC236}">
                <a16:creationId xmlns:a16="http://schemas.microsoft.com/office/drawing/2014/main" id="{3A2983EB-D107-26DD-FAEB-4B5AB7828411}"/>
              </a:ext>
            </a:extLst>
          </p:cNvPr>
          <p:cNvCxnSpPr>
            <a:cxnSpLocks/>
            <a:stCxn id="34" idx="1"/>
          </p:cNvCxnSpPr>
          <p:nvPr/>
        </p:nvCxnSpPr>
        <p:spPr>
          <a:xfrm flipH="1" flipV="1">
            <a:off x="6611760" y="3929003"/>
            <a:ext cx="212329" cy="172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Gerader Verbinder 192">
            <a:extLst>
              <a:ext uri="{FF2B5EF4-FFF2-40B4-BE49-F238E27FC236}">
                <a16:creationId xmlns:a16="http://schemas.microsoft.com/office/drawing/2014/main" id="{D132325F-D63C-0DD6-20D6-C2C031B8FBBD}"/>
              </a:ext>
            </a:extLst>
          </p:cNvPr>
          <p:cNvCxnSpPr>
            <a:cxnSpLocks/>
            <a:endCxn id="46" idx="6"/>
          </p:cNvCxnSpPr>
          <p:nvPr/>
        </p:nvCxnSpPr>
        <p:spPr>
          <a:xfrm flipH="1">
            <a:off x="8403281" y="1038817"/>
            <a:ext cx="335059" cy="85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Gerader Verbinder 195">
            <a:extLst>
              <a:ext uri="{FF2B5EF4-FFF2-40B4-BE49-F238E27FC236}">
                <a16:creationId xmlns:a16="http://schemas.microsoft.com/office/drawing/2014/main" id="{098E943C-A06F-75C0-6340-9479499947E8}"/>
              </a:ext>
            </a:extLst>
          </p:cNvPr>
          <p:cNvCxnSpPr>
            <a:cxnSpLocks/>
            <a:stCxn id="5" idx="1"/>
            <a:endCxn id="45" idx="6"/>
          </p:cNvCxnSpPr>
          <p:nvPr/>
        </p:nvCxnSpPr>
        <p:spPr>
          <a:xfrm flipH="1" flipV="1">
            <a:off x="8497410" y="746146"/>
            <a:ext cx="240930" cy="1722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Gerader Verbinder 198">
            <a:extLst>
              <a:ext uri="{FF2B5EF4-FFF2-40B4-BE49-F238E27FC236}">
                <a16:creationId xmlns:a16="http://schemas.microsoft.com/office/drawing/2014/main" id="{512CC220-BAEF-A11B-C896-5321E3F9E885}"/>
              </a:ext>
            </a:extLst>
          </p:cNvPr>
          <p:cNvCxnSpPr>
            <a:cxnSpLocks/>
            <a:endCxn id="44" idx="5"/>
          </p:cNvCxnSpPr>
          <p:nvPr/>
        </p:nvCxnSpPr>
        <p:spPr>
          <a:xfrm flipH="1" flipV="1">
            <a:off x="8443483" y="444849"/>
            <a:ext cx="460076" cy="387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Gerader Verbinder 201">
            <a:extLst>
              <a:ext uri="{FF2B5EF4-FFF2-40B4-BE49-F238E27FC236}">
                <a16:creationId xmlns:a16="http://schemas.microsoft.com/office/drawing/2014/main" id="{3ABB9FDD-5A36-7B3B-490A-3A1DD5853E3F}"/>
              </a:ext>
            </a:extLst>
          </p:cNvPr>
          <p:cNvCxnSpPr>
            <a:cxnSpLocks/>
            <a:stCxn id="5" idx="0"/>
            <a:endCxn id="43" idx="4"/>
          </p:cNvCxnSpPr>
          <p:nvPr/>
        </p:nvCxnSpPr>
        <p:spPr>
          <a:xfrm flipH="1" flipV="1">
            <a:off x="9287429" y="506197"/>
            <a:ext cx="159123" cy="1790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Gerader Verbinder 204">
            <a:extLst>
              <a:ext uri="{FF2B5EF4-FFF2-40B4-BE49-F238E27FC236}">
                <a16:creationId xmlns:a16="http://schemas.microsoft.com/office/drawing/2014/main" id="{D0A7D8AC-3857-6C6A-09B0-DBF0947AA91C}"/>
              </a:ext>
            </a:extLst>
          </p:cNvPr>
          <p:cNvCxnSpPr>
            <a:cxnSpLocks/>
            <a:stCxn id="9" idx="0"/>
            <a:endCxn id="35" idx="4"/>
          </p:cNvCxnSpPr>
          <p:nvPr/>
        </p:nvCxnSpPr>
        <p:spPr>
          <a:xfrm flipV="1">
            <a:off x="9802912" y="1940282"/>
            <a:ext cx="318246" cy="409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Gerader Verbinder 207">
            <a:extLst>
              <a:ext uri="{FF2B5EF4-FFF2-40B4-BE49-F238E27FC236}">
                <a16:creationId xmlns:a16="http://schemas.microsoft.com/office/drawing/2014/main" id="{AA7C05A9-7996-E5D2-5EF3-628CC9F57BBF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9955312" y="1936477"/>
            <a:ext cx="986111" cy="565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Gerader Verbinder 209">
            <a:extLst>
              <a:ext uri="{FF2B5EF4-FFF2-40B4-BE49-F238E27FC236}">
                <a16:creationId xmlns:a16="http://schemas.microsoft.com/office/drawing/2014/main" id="{F10C2EE2-D43C-1C60-C9B7-8CB7040CA1D2}"/>
              </a:ext>
            </a:extLst>
          </p:cNvPr>
          <p:cNvCxnSpPr>
            <a:cxnSpLocks/>
            <a:endCxn id="37" idx="2"/>
          </p:cNvCxnSpPr>
          <p:nvPr/>
        </p:nvCxnSpPr>
        <p:spPr>
          <a:xfrm flipV="1">
            <a:off x="9955312" y="2322711"/>
            <a:ext cx="891982" cy="1794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108C25EC-F133-A3BB-982D-916BD5D95D10}"/>
              </a:ext>
            </a:extLst>
          </p:cNvPr>
          <p:cNvCxnSpPr>
            <a:cxnSpLocks/>
            <a:endCxn id="38" idx="2"/>
          </p:cNvCxnSpPr>
          <p:nvPr/>
        </p:nvCxnSpPr>
        <p:spPr>
          <a:xfrm>
            <a:off x="9955312" y="2502187"/>
            <a:ext cx="986111" cy="199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Gerader Verbinder 213">
            <a:extLst>
              <a:ext uri="{FF2B5EF4-FFF2-40B4-BE49-F238E27FC236}">
                <a16:creationId xmlns:a16="http://schemas.microsoft.com/office/drawing/2014/main" id="{6CAF7AD2-0C5C-0582-1091-5F2A27BC13BD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9321070" y="3815608"/>
            <a:ext cx="481842" cy="232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r Verbinder 217">
            <a:extLst>
              <a:ext uri="{FF2B5EF4-FFF2-40B4-BE49-F238E27FC236}">
                <a16:creationId xmlns:a16="http://schemas.microsoft.com/office/drawing/2014/main" id="{F8FFC0EB-83EF-487C-8B61-D15DA37048A4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10154764" y="3830124"/>
            <a:ext cx="414630" cy="3779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Gerader Verbinder 220">
            <a:extLst>
              <a:ext uri="{FF2B5EF4-FFF2-40B4-BE49-F238E27FC236}">
                <a16:creationId xmlns:a16="http://schemas.microsoft.com/office/drawing/2014/main" id="{2AF71F4D-314A-A852-96E4-E0A163BE2C6D}"/>
              </a:ext>
            </a:extLst>
          </p:cNvPr>
          <p:cNvCxnSpPr>
            <a:cxnSpLocks/>
            <a:stCxn id="41" idx="2"/>
          </p:cNvCxnSpPr>
          <p:nvPr/>
        </p:nvCxnSpPr>
        <p:spPr>
          <a:xfrm flipH="1" flipV="1">
            <a:off x="10569394" y="3803835"/>
            <a:ext cx="244288" cy="1530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Gerader Verbinder 223">
            <a:extLst>
              <a:ext uri="{FF2B5EF4-FFF2-40B4-BE49-F238E27FC236}">
                <a16:creationId xmlns:a16="http://schemas.microsoft.com/office/drawing/2014/main" id="{BAE24F7F-74A6-377F-399C-F9F6BE6C41D3}"/>
              </a:ext>
            </a:extLst>
          </p:cNvPr>
          <p:cNvCxnSpPr>
            <a:cxnSpLocks/>
            <a:stCxn id="40" idx="3"/>
            <a:endCxn id="6" idx="3"/>
          </p:cNvCxnSpPr>
          <p:nvPr/>
        </p:nvCxnSpPr>
        <p:spPr>
          <a:xfrm flipH="1">
            <a:off x="10699382" y="3612776"/>
            <a:ext cx="357616" cy="45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Ellipse 226">
            <a:extLst>
              <a:ext uri="{FF2B5EF4-FFF2-40B4-BE49-F238E27FC236}">
                <a16:creationId xmlns:a16="http://schemas.microsoft.com/office/drawing/2014/main" id="{D8F43D27-7B3E-90D9-C287-7B68364EB734}"/>
              </a:ext>
            </a:extLst>
          </p:cNvPr>
          <p:cNvSpPr/>
          <p:nvPr/>
        </p:nvSpPr>
        <p:spPr>
          <a:xfrm>
            <a:off x="7920347" y="6252652"/>
            <a:ext cx="1344705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Bezeichnung</a:t>
            </a:r>
          </a:p>
        </p:txBody>
      </p:sp>
      <p:sp>
        <p:nvSpPr>
          <p:cNvPr id="228" name="Ellipse 227">
            <a:extLst>
              <a:ext uri="{FF2B5EF4-FFF2-40B4-BE49-F238E27FC236}">
                <a16:creationId xmlns:a16="http://schemas.microsoft.com/office/drawing/2014/main" id="{1CB61264-A2B8-84A7-CB7B-B7926AD7F88D}"/>
              </a:ext>
            </a:extLst>
          </p:cNvPr>
          <p:cNvSpPr/>
          <p:nvPr/>
        </p:nvSpPr>
        <p:spPr>
          <a:xfrm>
            <a:off x="9321070" y="6229464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Erklärung</a:t>
            </a:r>
          </a:p>
        </p:txBody>
      </p:sp>
      <p:sp>
        <p:nvSpPr>
          <p:cNvPr id="229" name="Ellipse 228">
            <a:extLst>
              <a:ext uri="{FF2B5EF4-FFF2-40B4-BE49-F238E27FC236}">
                <a16:creationId xmlns:a16="http://schemas.microsoft.com/office/drawing/2014/main" id="{313F9FCF-B34E-11A2-30DD-42810F3E609C}"/>
              </a:ext>
            </a:extLst>
          </p:cNvPr>
          <p:cNvSpPr/>
          <p:nvPr/>
        </p:nvSpPr>
        <p:spPr>
          <a:xfrm>
            <a:off x="5307158" y="6381279"/>
            <a:ext cx="1344705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Bezeichnung</a:t>
            </a:r>
          </a:p>
        </p:txBody>
      </p:sp>
      <p:sp>
        <p:nvSpPr>
          <p:cNvPr id="230" name="Ellipse 229">
            <a:extLst>
              <a:ext uri="{FF2B5EF4-FFF2-40B4-BE49-F238E27FC236}">
                <a16:creationId xmlns:a16="http://schemas.microsoft.com/office/drawing/2014/main" id="{609D3C70-2BD8-3E19-00DC-F3DF6622BC6E}"/>
              </a:ext>
            </a:extLst>
          </p:cNvPr>
          <p:cNvSpPr/>
          <p:nvPr/>
        </p:nvSpPr>
        <p:spPr>
          <a:xfrm>
            <a:off x="6707881" y="6358091"/>
            <a:ext cx="1156448" cy="313764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>
                <a:solidFill>
                  <a:schemeClr val="tx1"/>
                </a:solidFill>
              </a:rPr>
              <a:t>Erklärung</a:t>
            </a:r>
          </a:p>
        </p:txBody>
      </p:sp>
      <p:cxnSp>
        <p:nvCxnSpPr>
          <p:cNvPr id="231" name="Gerader Verbinder 230">
            <a:extLst>
              <a:ext uri="{FF2B5EF4-FFF2-40B4-BE49-F238E27FC236}">
                <a16:creationId xmlns:a16="http://schemas.microsoft.com/office/drawing/2014/main" id="{DEFC89E9-CDF4-8DA8-766C-19D05C8BBCF1}"/>
              </a:ext>
            </a:extLst>
          </p:cNvPr>
          <p:cNvCxnSpPr>
            <a:cxnSpLocks/>
            <a:stCxn id="229" idx="0"/>
          </p:cNvCxnSpPr>
          <p:nvPr/>
        </p:nvCxnSpPr>
        <p:spPr>
          <a:xfrm flipV="1">
            <a:off x="5979511" y="6078636"/>
            <a:ext cx="770916" cy="3026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Gerader Verbinder 233">
            <a:extLst>
              <a:ext uri="{FF2B5EF4-FFF2-40B4-BE49-F238E27FC236}">
                <a16:creationId xmlns:a16="http://schemas.microsoft.com/office/drawing/2014/main" id="{FF816B9C-C61A-740D-C5E0-9763198DAA79}"/>
              </a:ext>
            </a:extLst>
          </p:cNvPr>
          <p:cNvCxnSpPr>
            <a:cxnSpLocks/>
            <a:stCxn id="230" idx="0"/>
            <a:endCxn id="7" idx="2"/>
          </p:cNvCxnSpPr>
          <p:nvPr/>
        </p:nvCxnSpPr>
        <p:spPr>
          <a:xfrm flipH="1" flipV="1">
            <a:off x="7073152" y="6084229"/>
            <a:ext cx="212953" cy="2738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Gerader Verbinder 236">
            <a:extLst>
              <a:ext uri="{FF2B5EF4-FFF2-40B4-BE49-F238E27FC236}">
                <a16:creationId xmlns:a16="http://schemas.microsoft.com/office/drawing/2014/main" id="{758A8486-FAD1-3367-230E-0A19ABB296DA}"/>
              </a:ext>
            </a:extLst>
          </p:cNvPr>
          <p:cNvCxnSpPr>
            <a:cxnSpLocks/>
            <a:stCxn id="227" idx="0"/>
          </p:cNvCxnSpPr>
          <p:nvPr/>
        </p:nvCxnSpPr>
        <p:spPr>
          <a:xfrm flipH="1" flipV="1">
            <a:off x="8570810" y="5987395"/>
            <a:ext cx="21890" cy="2652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Gerader Verbinder 239">
            <a:extLst>
              <a:ext uri="{FF2B5EF4-FFF2-40B4-BE49-F238E27FC236}">
                <a16:creationId xmlns:a16="http://schemas.microsoft.com/office/drawing/2014/main" id="{DE9DF65C-6D8D-E543-44F4-BBE0F9F5C0C5}"/>
              </a:ext>
            </a:extLst>
          </p:cNvPr>
          <p:cNvCxnSpPr>
            <a:cxnSpLocks/>
            <a:stCxn id="228" idx="0"/>
            <a:endCxn id="8" idx="3"/>
          </p:cNvCxnSpPr>
          <p:nvPr/>
        </p:nvCxnSpPr>
        <p:spPr>
          <a:xfrm flipH="1" flipV="1">
            <a:off x="9446552" y="5851146"/>
            <a:ext cx="452742" cy="378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07911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85AC6C0-2A25-3027-0CE0-CB9A29C99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BT-S</a:t>
            </a:r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29D94BBB-C360-73BF-DFAD-5DEA4A9BA0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Screen Übersicht</a:t>
            </a:r>
          </a:p>
        </p:txBody>
      </p:sp>
    </p:spTree>
    <p:extLst>
      <p:ext uri="{BB962C8B-B14F-4D97-AF65-F5344CB8AC3E}">
        <p14:creationId xmlns:p14="http://schemas.microsoft.com/office/powerpoint/2010/main" val="303596810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925864F-67E2-A981-201F-849E9E931B4A}"/>
              </a:ext>
            </a:extLst>
          </p:cNvPr>
          <p:cNvSpPr/>
          <p:nvPr/>
        </p:nvSpPr>
        <p:spPr>
          <a:xfrm>
            <a:off x="999158" y="738092"/>
            <a:ext cx="2666594" cy="1682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7B85224-A3C4-E658-3F2D-149F7240B632}"/>
              </a:ext>
            </a:extLst>
          </p:cNvPr>
          <p:cNvSpPr/>
          <p:nvPr/>
        </p:nvSpPr>
        <p:spPr>
          <a:xfrm>
            <a:off x="4518212" y="729129"/>
            <a:ext cx="2666594" cy="1682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475ADBE-83FA-3933-174E-55D40D0A6BC6}"/>
              </a:ext>
            </a:extLst>
          </p:cNvPr>
          <p:cNvSpPr/>
          <p:nvPr/>
        </p:nvSpPr>
        <p:spPr>
          <a:xfrm>
            <a:off x="4518211" y="2876177"/>
            <a:ext cx="2666594" cy="1682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C5580A8-5418-0DB3-E6E4-0FBFD4E5BBC9}"/>
              </a:ext>
            </a:extLst>
          </p:cNvPr>
          <p:cNvSpPr/>
          <p:nvPr/>
        </p:nvSpPr>
        <p:spPr>
          <a:xfrm>
            <a:off x="4518211" y="5023225"/>
            <a:ext cx="2666594" cy="1682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B03350C-803B-891B-01EC-EAA70D032D82}"/>
              </a:ext>
            </a:extLst>
          </p:cNvPr>
          <p:cNvSpPr/>
          <p:nvPr/>
        </p:nvSpPr>
        <p:spPr>
          <a:xfrm>
            <a:off x="8037266" y="729129"/>
            <a:ext cx="2666594" cy="1682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1B323CD-A332-3C51-860A-41879456D70D}"/>
              </a:ext>
            </a:extLst>
          </p:cNvPr>
          <p:cNvSpPr txBox="1"/>
          <p:nvPr/>
        </p:nvSpPr>
        <p:spPr>
          <a:xfrm>
            <a:off x="999158" y="738092"/>
            <a:ext cx="2666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Startbildschirm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9B0F0F5-727D-6957-D4D5-08C9545C29FB}"/>
              </a:ext>
            </a:extLst>
          </p:cNvPr>
          <p:cNvSpPr txBox="1"/>
          <p:nvPr/>
        </p:nvSpPr>
        <p:spPr>
          <a:xfrm>
            <a:off x="4518211" y="729129"/>
            <a:ext cx="2666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Hauptmenü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B7136CC-0106-B0B6-1DE8-A2799FFED6E1}"/>
              </a:ext>
            </a:extLst>
          </p:cNvPr>
          <p:cNvSpPr txBox="1"/>
          <p:nvPr/>
        </p:nvSpPr>
        <p:spPr>
          <a:xfrm>
            <a:off x="8037266" y="729129"/>
            <a:ext cx="2666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DetailUser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41C4778-FDC4-8031-544F-76E80126ACAA}"/>
              </a:ext>
            </a:extLst>
          </p:cNvPr>
          <p:cNvSpPr txBox="1"/>
          <p:nvPr/>
        </p:nvSpPr>
        <p:spPr>
          <a:xfrm>
            <a:off x="4518211" y="2876177"/>
            <a:ext cx="2666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BrowseBooks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D35FFB0-8AD8-3077-08E5-A35566FCE9B8}"/>
              </a:ext>
            </a:extLst>
          </p:cNvPr>
          <p:cNvSpPr txBox="1"/>
          <p:nvPr/>
        </p:nvSpPr>
        <p:spPr>
          <a:xfrm>
            <a:off x="4518211" y="5023225"/>
            <a:ext cx="2666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DetailBook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B45B54B-2512-0151-283F-98E2EAF50958}"/>
              </a:ext>
            </a:extLst>
          </p:cNvPr>
          <p:cNvSpPr/>
          <p:nvPr/>
        </p:nvSpPr>
        <p:spPr>
          <a:xfrm>
            <a:off x="1779493" y="2037370"/>
            <a:ext cx="1084730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Login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350933F-172D-B761-759A-91CE3DD29633}"/>
              </a:ext>
            </a:extLst>
          </p:cNvPr>
          <p:cNvSpPr/>
          <p:nvPr/>
        </p:nvSpPr>
        <p:spPr>
          <a:xfrm>
            <a:off x="1299882" y="1241753"/>
            <a:ext cx="2043953" cy="2781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Benutzername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BB203A0-655E-CA6D-8B99-498032F6F925}"/>
              </a:ext>
            </a:extLst>
          </p:cNvPr>
          <p:cNvSpPr/>
          <p:nvPr/>
        </p:nvSpPr>
        <p:spPr>
          <a:xfrm>
            <a:off x="1310478" y="1654273"/>
            <a:ext cx="2043953" cy="2781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Passwort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958889B7-34DE-3079-58F1-E39E89087A12}"/>
              </a:ext>
            </a:extLst>
          </p:cNvPr>
          <p:cNvSpPr/>
          <p:nvPr/>
        </p:nvSpPr>
        <p:spPr>
          <a:xfrm>
            <a:off x="5309144" y="1241752"/>
            <a:ext cx="1084730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Modul 1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58BED77B-824C-1AE6-0EA9-6E1374457CE3}"/>
              </a:ext>
            </a:extLst>
          </p:cNvPr>
          <p:cNvSpPr/>
          <p:nvPr/>
        </p:nvSpPr>
        <p:spPr>
          <a:xfrm>
            <a:off x="6730863" y="783662"/>
            <a:ext cx="387520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&lt;-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A226D53-27B7-2158-01FD-0F63A5C1CE1E}"/>
              </a:ext>
            </a:extLst>
          </p:cNvPr>
          <p:cNvSpPr/>
          <p:nvPr/>
        </p:nvSpPr>
        <p:spPr>
          <a:xfrm>
            <a:off x="5309144" y="1653810"/>
            <a:ext cx="1084730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Modul 2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6C5E44E-5DD7-487B-93A3-5712005894B5}"/>
              </a:ext>
            </a:extLst>
          </p:cNvPr>
          <p:cNvSpPr/>
          <p:nvPr/>
        </p:nvSpPr>
        <p:spPr>
          <a:xfrm>
            <a:off x="5309143" y="2039114"/>
            <a:ext cx="1084730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Modul 3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04B10E88-DF63-4352-8281-18E4B7509B23}"/>
              </a:ext>
            </a:extLst>
          </p:cNvPr>
          <p:cNvSpPr/>
          <p:nvPr/>
        </p:nvSpPr>
        <p:spPr>
          <a:xfrm>
            <a:off x="10262552" y="774699"/>
            <a:ext cx="387520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&lt;-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DF8775D-21FD-915B-3421-517E394A00A6}"/>
              </a:ext>
            </a:extLst>
          </p:cNvPr>
          <p:cNvSpPr/>
          <p:nvPr/>
        </p:nvSpPr>
        <p:spPr>
          <a:xfrm>
            <a:off x="6730863" y="2928930"/>
            <a:ext cx="387520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&lt;-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9ABD53A-8A93-3407-9EB2-A144D2BDEEED}"/>
              </a:ext>
            </a:extLst>
          </p:cNvPr>
          <p:cNvSpPr/>
          <p:nvPr/>
        </p:nvSpPr>
        <p:spPr>
          <a:xfrm>
            <a:off x="6730863" y="5075978"/>
            <a:ext cx="387520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&lt;-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4D7CD51-84F6-FF53-5561-AA7475814C10}"/>
              </a:ext>
            </a:extLst>
          </p:cNvPr>
          <p:cNvSpPr/>
          <p:nvPr/>
        </p:nvSpPr>
        <p:spPr>
          <a:xfrm>
            <a:off x="4580964" y="3300078"/>
            <a:ext cx="2537419" cy="2781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Suche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0373D68-A0A5-1C02-3D9A-6CDBE06397E3}"/>
              </a:ext>
            </a:extLst>
          </p:cNvPr>
          <p:cNvSpPr/>
          <p:nvPr/>
        </p:nvSpPr>
        <p:spPr>
          <a:xfrm>
            <a:off x="4580964" y="3638103"/>
            <a:ext cx="2537419" cy="8442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E-Book-Liste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0136596-45CE-39E4-8565-E1F1A9CC2F55}"/>
              </a:ext>
            </a:extLst>
          </p:cNvPr>
          <p:cNvSpPr/>
          <p:nvPr/>
        </p:nvSpPr>
        <p:spPr>
          <a:xfrm>
            <a:off x="4580965" y="5477152"/>
            <a:ext cx="905435" cy="11388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Cover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05FF10F-3270-2226-606A-FC90508338E7}"/>
              </a:ext>
            </a:extLst>
          </p:cNvPr>
          <p:cNvSpPr/>
          <p:nvPr/>
        </p:nvSpPr>
        <p:spPr>
          <a:xfrm>
            <a:off x="5551192" y="5477151"/>
            <a:ext cx="842682" cy="113880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E-Book-Details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FFF2653E-F652-7F9F-DC5B-81658860DFA3}"/>
              </a:ext>
            </a:extLst>
          </p:cNvPr>
          <p:cNvSpPr/>
          <p:nvPr/>
        </p:nvSpPr>
        <p:spPr>
          <a:xfrm>
            <a:off x="6457644" y="5477151"/>
            <a:ext cx="672353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Leihen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B260494-2562-F155-F810-EFCC1FAB7E09}"/>
              </a:ext>
            </a:extLst>
          </p:cNvPr>
          <p:cNvSpPr/>
          <p:nvPr/>
        </p:nvSpPr>
        <p:spPr>
          <a:xfrm>
            <a:off x="6457644" y="5839936"/>
            <a:ext cx="672353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Fav.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D257ADC9-5F95-6295-7CCC-1D0A7439BB4A}"/>
              </a:ext>
            </a:extLst>
          </p:cNvPr>
          <p:cNvSpPr/>
          <p:nvPr/>
        </p:nvSpPr>
        <p:spPr>
          <a:xfrm>
            <a:off x="9041316" y="1185582"/>
            <a:ext cx="876096" cy="2781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Tele.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BCF99055-B4ED-B8A8-C21B-5327138A205E}"/>
              </a:ext>
            </a:extLst>
          </p:cNvPr>
          <p:cNvSpPr/>
          <p:nvPr/>
        </p:nvSpPr>
        <p:spPr>
          <a:xfrm>
            <a:off x="9041316" y="1527168"/>
            <a:ext cx="876096" cy="2781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Mail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BB21EC9A-8E60-8654-758C-11FB26460815}"/>
              </a:ext>
            </a:extLst>
          </p:cNvPr>
          <p:cNvSpPr/>
          <p:nvPr/>
        </p:nvSpPr>
        <p:spPr>
          <a:xfrm>
            <a:off x="9041316" y="1860072"/>
            <a:ext cx="876096" cy="2781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Adresse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228905CC-314C-52A8-80E2-DA464A43A5EA}"/>
              </a:ext>
            </a:extLst>
          </p:cNvPr>
          <p:cNvSpPr/>
          <p:nvPr/>
        </p:nvSpPr>
        <p:spPr>
          <a:xfrm>
            <a:off x="8117950" y="1185582"/>
            <a:ext cx="842682" cy="113880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User-Details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E6A48E1-9357-565F-E6E6-9172E2210F13}"/>
              </a:ext>
            </a:extLst>
          </p:cNvPr>
          <p:cNvSpPr/>
          <p:nvPr/>
        </p:nvSpPr>
        <p:spPr>
          <a:xfrm>
            <a:off x="9977719" y="1185864"/>
            <a:ext cx="672353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Save</a:t>
            </a:r>
          </a:p>
        </p:txBody>
      </p:sp>
      <p:cxnSp>
        <p:nvCxnSpPr>
          <p:cNvPr id="80" name="Gerade Verbindung mit Pfeil 79">
            <a:extLst>
              <a:ext uri="{FF2B5EF4-FFF2-40B4-BE49-F238E27FC236}">
                <a16:creationId xmlns:a16="http://schemas.microsoft.com/office/drawing/2014/main" id="{586259E2-51D1-510B-09E8-8F93D0CBF273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665752" y="1579280"/>
            <a:ext cx="852459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 Verbindung mit Pfeil 82">
            <a:extLst>
              <a:ext uri="{FF2B5EF4-FFF2-40B4-BE49-F238E27FC236}">
                <a16:creationId xmlns:a16="http://schemas.microsoft.com/office/drawing/2014/main" id="{21E0B411-78DA-2942-1B6A-81C6C57009DD}"/>
              </a:ext>
            </a:extLst>
          </p:cNvPr>
          <p:cNvCxnSpPr>
            <a:cxnSpLocks/>
          </p:cNvCxnSpPr>
          <p:nvPr/>
        </p:nvCxnSpPr>
        <p:spPr>
          <a:xfrm>
            <a:off x="7184805" y="1535949"/>
            <a:ext cx="852459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 Verbindung mit Pfeil 83">
            <a:extLst>
              <a:ext uri="{FF2B5EF4-FFF2-40B4-BE49-F238E27FC236}">
                <a16:creationId xmlns:a16="http://schemas.microsoft.com/office/drawing/2014/main" id="{8451078F-3DA2-A4B9-1E29-FA9759A48A80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flipH="1">
            <a:off x="5851508" y="2411504"/>
            <a:ext cx="1" cy="464673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 Verbindung mit Pfeil 86">
            <a:extLst>
              <a:ext uri="{FF2B5EF4-FFF2-40B4-BE49-F238E27FC236}">
                <a16:creationId xmlns:a16="http://schemas.microsoft.com/office/drawing/2014/main" id="{174C7D25-4CE2-477D-FDE2-DD422ECEA07E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>
            <a:off x="5851508" y="4558552"/>
            <a:ext cx="0" cy="464673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feld 89">
            <a:extLst>
              <a:ext uri="{FF2B5EF4-FFF2-40B4-BE49-F238E27FC236}">
                <a16:creationId xmlns:a16="http://schemas.microsoft.com/office/drawing/2014/main" id="{35F7FE18-592E-6795-80E2-8C4BACE2519E}"/>
              </a:ext>
            </a:extLst>
          </p:cNvPr>
          <p:cNvSpPr txBox="1"/>
          <p:nvPr/>
        </p:nvSpPr>
        <p:spPr>
          <a:xfrm>
            <a:off x="945776" y="2867498"/>
            <a:ext cx="191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Legende:</a:t>
            </a:r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5AD49B9E-830A-92B6-A7EB-97E025E023B8}"/>
              </a:ext>
            </a:extLst>
          </p:cNvPr>
          <p:cNvSpPr/>
          <p:nvPr/>
        </p:nvSpPr>
        <p:spPr>
          <a:xfrm>
            <a:off x="1013830" y="3342980"/>
            <a:ext cx="1568005" cy="5477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Eingabeelement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C533D23A-78DD-7FC0-4924-DB574BD8E1A1}"/>
              </a:ext>
            </a:extLst>
          </p:cNvPr>
          <p:cNvSpPr/>
          <p:nvPr/>
        </p:nvSpPr>
        <p:spPr>
          <a:xfrm>
            <a:off x="1013830" y="3966080"/>
            <a:ext cx="1568005" cy="5477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Steuerelement /Button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A578C517-ABD2-C2CE-7FDA-DB8018C8845E}"/>
              </a:ext>
            </a:extLst>
          </p:cNvPr>
          <p:cNvSpPr/>
          <p:nvPr/>
        </p:nvSpPr>
        <p:spPr>
          <a:xfrm>
            <a:off x="1013829" y="4589180"/>
            <a:ext cx="1568005" cy="547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Listenelement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D157A5CA-6659-D71A-506C-571206AA1E4A}"/>
              </a:ext>
            </a:extLst>
          </p:cNvPr>
          <p:cNvSpPr/>
          <p:nvPr/>
        </p:nvSpPr>
        <p:spPr>
          <a:xfrm>
            <a:off x="1013828" y="5212280"/>
            <a:ext cx="1568005" cy="5477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Textelement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35E62B8F-F312-BFFF-B88A-3D75DFE4AB74}"/>
              </a:ext>
            </a:extLst>
          </p:cNvPr>
          <p:cNvSpPr/>
          <p:nvPr/>
        </p:nvSpPr>
        <p:spPr>
          <a:xfrm>
            <a:off x="1013827" y="5835380"/>
            <a:ext cx="1568005" cy="5477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Bildelement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7C168407-3A84-9A4D-B471-4E81DE3023AB}"/>
              </a:ext>
            </a:extLst>
          </p:cNvPr>
          <p:cNvSpPr txBox="1"/>
          <p:nvPr/>
        </p:nvSpPr>
        <p:spPr>
          <a:xfrm>
            <a:off x="4317117" y="168228"/>
            <a:ext cx="306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Programm-Struktur Entwurf 1</a:t>
            </a:r>
          </a:p>
        </p:txBody>
      </p:sp>
    </p:spTree>
    <p:extLst>
      <p:ext uri="{BB962C8B-B14F-4D97-AF65-F5344CB8AC3E}">
        <p14:creationId xmlns:p14="http://schemas.microsoft.com/office/powerpoint/2010/main" val="276785357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4925864F-67E2-A981-201F-849E9E931B4A}"/>
              </a:ext>
            </a:extLst>
          </p:cNvPr>
          <p:cNvSpPr/>
          <p:nvPr/>
        </p:nvSpPr>
        <p:spPr>
          <a:xfrm>
            <a:off x="1363245" y="1870916"/>
            <a:ext cx="2666594" cy="1682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475ADBE-83FA-3933-174E-55D40D0A6BC6}"/>
              </a:ext>
            </a:extLst>
          </p:cNvPr>
          <p:cNvSpPr/>
          <p:nvPr/>
        </p:nvSpPr>
        <p:spPr>
          <a:xfrm>
            <a:off x="4764537" y="1890842"/>
            <a:ext cx="2666594" cy="1682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C5580A8-5418-0DB3-E6E4-0FBFD4E5BBC9}"/>
              </a:ext>
            </a:extLst>
          </p:cNvPr>
          <p:cNvSpPr/>
          <p:nvPr/>
        </p:nvSpPr>
        <p:spPr>
          <a:xfrm>
            <a:off x="8165829" y="1870916"/>
            <a:ext cx="2666594" cy="16823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1B323CD-A332-3C51-860A-41879456D70D}"/>
              </a:ext>
            </a:extLst>
          </p:cNvPr>
          <p:cNvSpPr txBox="1"/>
          <p:nvPr/>
        </p:nvSpPr>
        <p:spPr>
          <a:xfrm>
            <a:off x="1363245" y="1870916"/>
            <a:ext cx="2666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Startbildschirm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841C4778-FDC4-8031-544F-76E80126ACAA}"/>
              </a:ext>
            </a:extLst>
          </p:cNvPr>
          <p:cNvSpPr txBox="1"/>
          <p:nvPr/>
        </p:nvSpPr>
        <p:spPr>
          <a:xfrm>
            <a:off x="4764537" y="1890842"/>
            <a:ext cx="2666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BrowseBooks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AD35FFB0-8AD8-3077-08E5-A35566FCE9B8}"/>
              </a:ext>
            </a:extLst>
          </p:cNvPr>
          <p:cNvSpPr txBox="1"/>
          <p:nvPr/>
        </p:nvSpPr>
        <p:spPr>
          <a:xfrm>
            <a:off x="8165829" y="1870916"/>
            <a:ext cx="266659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dirty="0"/>
              <a:t>DetailBook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B45B54B-2512-0151-283F-98E2EAF50958}"/>
              </a:ext>
            </a:extLst>
          </p:cNvPr>
          <p:cNvSpPr/>
          <p:nvPr/>
        </p:nvSpPr>
        <p:spPr>
          <a:xfrm>
            <a:off x="2143580" y="3170194"/>
            <a:ext cx="1084730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Login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350933F-172D-B761-759A-91CE3DD29633}"/>
              </a:ext>
            </a:extLst>
          </p:cNvPr>
          <p:cNvSpPr/>
          <p:nvPr/>
        </p:nvSpPr>
        <p:spPr>
          <a:xfrm>
            <a:off x="1663969" y="2374577"/>
            <a:ext cx="2043953" cy="2781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Benutzername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BB203A0-655E-CA6D-8B99-498032F6F925}"/>
              </a:ext>
            </a:extLst>
          </p:cNvPr>
          <p:cNvSpPr/>
          <p:nvPr/>
        </p:nvSpPr>
        <p:spPr>
          <a:xfrm>
            <a:off x="1674565" y="2787097"/>
            <a:ext cx="2043953" cy="2781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Passwort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DF8775D-21FD-915B-3421-517E394A00A6}"/>
              </a:ext>
            </a:extLst>
          </p:cNvPr>
          <p:cNvSpPr/>
          <p:nvPr/>
        </p:nvSpPr>
        <p:spPr>
          <a:xfrm>
            <a:off x="6977189" y="1943595"/>
            <a:ext cx="387520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&lt;-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9ABD53A-8A93-3407-9EB2-A144D2BDEEED}"/>
              </a:ext>
            </a:extLst>
          </p:cNvPr>
          <p:cNvSpPr/>
          <p:nvPr/>
        </p:nvSpPr>
        <p:spPr>
          <a:xfrm>
            <a:off x="10378481" y="1923669"/>
            <a:ext cx="387520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&lt;-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4D7CD51-84F6-FF53-5561-AA7475814C10}"/>
              </a:ext>
            </a:extLst>
          </p:cNvPr>
          <p:cNvSpPr/>
          <p:nvPr/>
        </p:nvSpPr>
        <p:spPr>
          <a:xfrm>
            <a:off x="4827291" y="2314743"/>
            <a:ext cx="1676806" cy="27819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Suche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60373D68-A0A5-1C02-3D9A-6CDBE06397E3}"/>
              </a:ext>
            </a:extLst>
          </p:cNvPr>
          <p:cNvSpPr/>
          <p:nvPr/>
        </p:nvSpPr>
        <p:spPr>
          <a:xfrm>
            <a:off x="4827290" y="2652768"/>
            <a:ext cx="2537419" cy="84425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E-Book-Liste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60136596-45CE-39E4-8565-E1F1A9CC2F55}"/>
              </a:ext>
            </a:extLst>
          </p:cNvPr>
          <p:cNvSpPr/>
          <p:nvPr/>
        </p:nvSpPr>
        <p:spPr>
          <a:xfrm>
            <a:off x="8228583" y="2324843"/>
            <a:ext cx="905435" cy="113880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Cover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05FF10F-3270-2226-606A-FC90508338E7}"/>
              </a:ext>
            </a:extLst>
          </p:cNvPr>
          <p:cNvSpPr/>
          <p:nvPr/>
        </p:nvSpPr>
        <p:spPr>
          <a:xfrm>
            <a:off x="9198810" y="2324842"/>
            <a:ext cx="842682" cy="113880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E-Book-Details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FFF2653E-F652-7F9F-DC5B-81658860DFA3}"/>
              </a:ext>
            </a:extLst>
          </p:cNvPr>
          <p:cNvSpPr/>
          <p:nvPr/>
        </p:nvSpPr>
        <p:spPr>
          <a:xfrm>
            <a:off x="10105262" y="2324842"/>
            <a:ext cx="672353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Leihen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B260494-2562-F155-F810-EFCC1FAB7E09}"/>
              </a:ext>
            </a:extLst>
          </p:cNvPr>
          <p:cNvSpPr/>
          <p:nvPr/>
        </p:nvSpPr>
        <p:spPr>
          <a:xfrm>
            <a:off x="10105262" y="2687627"/>
            <a:ext cx="672353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Fav.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35F7FE18-592E-6795-80E2-8C4BACE2519E}"/>
              </a:ext>
            </a:extLst>
          </p:cNvPr>
          <p:cNvSpPr txBox="1"/>
          <p:nvPr/>
        </p:nvSpPr>
        <p:spPr>
          <a:xfrm>
            <a:off x="214746" y="4987084"/>
            <a:ext cx="191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Legende:</a:t>
            </a:r>
          </a:p>
        </p:txBody>
      </p:sp>
      <p:sp>
        <p:nvSpPr>
          <p:cNvPr id="91" name="Rechteck 90">
            <a:extLst>
              <a:ext uri="{FF2B5EF4-FFF2-40B4-BE49-F238E27FC236}">
                <a16:creationId xmlns:a16="http://schemas.microsoft.com/office/drawing/2014/main" id="{5AD49B9E-830A-92B6-A7EB-97E025E023B8}"/>
              </a:ext>
            </a:extLst>
          </p:cNvPr>
          <p:cNvSpPr/>
          <p:nvPr/>
        </p:nvSpPr>
        <p:spPr>
          <a:xfrm>
            <a:off x="260795" y="5362748"/>
            <a:ext cx="1568005" cy="54770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Eingabeelement</a:t>
            </a:r>
          </a:p>
        </p:txBody>
      </p:sp>
      <p:sp>
        <p:nvSpPr>
          <p:cNvPr id="93" name="Rechteck 92">
            <a:extLst>
              <a:ext uri="{FF2B5EF4-FFF2-40B4-BE49-F238E27FC236}">
                <a16:creationId xmlns:a16="http://schemas.microsoft.com/office/drawing/2014/main" id="{C533D23A-78DD-7FC0-4924-DB574BD8E1A1}"/>
              </a:ext>
            </a:extLst>
          </p:cNvPr>
          <p:cNvSpPr/>
          <p:nvPr/>
        </p:nvSpPr>
        <p:spPr>
          <a:xfrm>
            <a:off x="260795" y="5985848"/>
            <a:ext cx="1568005" cy="54770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Steuerelement /Button</a:t>
            </a: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A578C517-ABD2-C2CE-7FDA-DB8018C8845E}"/>
              </a:ext>
            </a:extLst>
          </p:cNvPr>
          <p:cNvSpPr/>
          <p:nvPr/>
        </p:nvSpPr>
        <p:spPr>
          <a:xfrm>
            <a:off x="1959608" y="5362748"/>
            <a:ext cx="1568005" cy="5477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Listenelement</a:t>
            </a:r>
          </a:p>
        </p:txBody>
      </p:sp>
      <p:sp>
        <p:nvSpPr>
          <p:cNvPr id="95" name="Rechteck 94">
            <a:extLst>
              <a:ext uri="{FF2B5EF4-FFF2-40B4-BE49-F238E27FC236}">
                <a16:creationId xmlns:a16="http://schemas.microsoft.com/office/drawing/2014/main" id="{D157A5CA-6659-D71A-506C-571206AA1E4A}"/>
              </a:ext>
            </a:extLst>
          </p:cNvPr>
          <p:cNvSpPr/>
          <p:nvPr/>
        </p:nvSpPr>
        <p:spPr>
          <a:xfrm>
            <a:off x="1959607" y="5985848"/>
            <a:ext cx="1568005" cy="54770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Textelement</a:t>
            </a:r>
          </a:p>
        </p:txBody>
      </p:sp>
      <p:sp>
        <p:nvSpPr>
          <p:cNvPr id="96" name="Rechteck 95">
            <a:extLst>
              <a:ext uri="{FF2B5EF4-FFF2-40B4-BE49-F238E27FC236}">
                <a16:creationId xmlns:a16="http://schemas.microsoft.com/office/drawing/2014/main" id="{35E62B8F-F312-BFFF-B88A-3D75DFE4AB74}"/>
              </a:ext>
            </a:extLst>
          </p:cNvPr>
          <p:cNvSpPr/>
          <p:nvPr/>
        </p:nvSpPr>
        <p:spPr>
          <a:xfrm>
            <a:off x="3658421" y="5362748"/>
            <a:ext cx="1568005" cy="5477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Bildelement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028F7893-F0F7-DC0C-FAB1-2C3F4DFE8382}"/>
              </a:ext>
            </a:extLst>
          </p:cNvPr>
          <p:cNvSpPr/>
          <p:nvPr/>
        </p:nvSpPr>
        <p:spPr>
          <a:xfrm>
            <a:off x="6556457" y="2312927"/>
            <a:ext cx="810289" cy="2781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25F25BAD-DEC2-14C4-FFFB-12D44821BAEC}"/>
              </a:ext>
            </a:extLst>
          </p:cNvPr>
          <p:cNvSpPr txBox="1"/>
          <p:nvPr/>
        </p:nvSpPr>
        <p:spPr>
          <a:xfrm>
            <a:off x="4317117" y="168228"/>
            <a:ext cx="306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Programm-Struktur Entwurf 2</a:t>
            </a:r>
          </a:p>
        </p:txBody>
      </p:sp>
      <p:cxnSp>
        <p:nvCxnSpPr>
          <p:cNvPr id="39" name="Gerade Verbindung mit Pfeil 38">
            <a:extLst>
              <a:ext uri="{FF2B5EF4-FFF2-40B4-BE49-F238E27FC236}">
                <a16:creationId xmlns:a16="http://schemas.microsoft.com/office/drawing/2014/main" id="{75B50660-A7A2-777A-E809-6BF59F134858}"/>
              </a:ext>
            </a:extLst>
          </p:cNvPr>
          <p:cNvCxnSpPr/>
          <p:nvPr/>
        </p:nvCxnSpPr>
        <p:spPr>
          <a:xfrm>
            <a:off x="4029839" y="2787097"/>
            <a:ext cx="734698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 Verbindung mit Pfeil 52">
            <a:extLst>
              <a:ext uri="{FF2B5EF4-FFF2-40B4-BE49-F238E27FC236}">
                <a16:creationId xmlns:a16="http://schemas.microsoft.com/office/drawing/2014/main" id="{88C4437B-D01A-AE41-5C6A-6F4F90F90BB2}"/>
              </a:ext>
            </a:extLst>
          </p:cNvPr>
          <p:cNvCxnSpPr/>
          <p:nvPr/>
        </p:nvCxnSpPr>
        <p:spPr>
          <a:xfrm>
            <a:off x="7431131" y="2787097"/>
            <a:ext cx="734698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697189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189</Words>
  <Application>Microsoft Office PowerPoint</Application>
  <PresentationFormat>Breitbild</PresentationFormat>
  <Paragraphs>150</Paragraphs>
  <Slides>11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11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Wingdings 3</vt:lpstr>
      <vt:lpstr>Ion</vt:lpstr>
      <vt:lpstr>1_Ion</vt:lpstr>
      <vt:lpstr>Office</vt:lpstr>
      <vt:lpstr>JoYaNiRi</vt:lpstr>
      <vt:lpstr>Gliederung</vt:lpstr>
      <vt:lpstr>Über uns</vt:lpstr>
      <vt:lpstr>Logo</vt:lpstr>
      <vt:lpstr>Organigramm</vt:lpstr>
      <vt:lpstr>Organigramm</vt:lpstr>
      <vt:lpstr>BT-S</vt:lpstr>
      <vt:lpstr>PowerPoint-Präsentation</vt:lpstr>
      <vt:lpstr>BT-S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Yannick Riehle</dc:creator>
  <cp:lastModifiedBy>Jonas Nihal</cp:lastModifiedBy>
  <cp:revision>5</cp:revision>
  <dcterms:created xsi:type="dcterms:W3CDTF">2022-06-21T15:56:02Z</dcterms:created>
  <dcterms:modified xsi:type="dcterms:W3CDTF">2022-06-22T18:15:31Z</dcterms:modified>
</cp:coreProperties>
</file>